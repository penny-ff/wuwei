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97" r:id="rId2"/>
    <p:sldId id="300" r:id="rId3"/>
    <p:sldId id="299" r:id="rId4"/>
    <p:sldId id="298" r:id="rId5"/>
    <p:sldId id="301" r:id="rId6"/>
    <p:sldId id="323" r:id="rId7"/>
    <p:sldId id="303" r:id="rId8"/>
    <p:sldId id="306" r:id="rId9"/>
    <p:sldId id="324" r:id="rId10"/>
    <p:sldId id="308" r:id="rId11"/>
    <p:sldId id="309" r:id="rId12"/>
    <p:sldId id="325" r:id="rId13"/>
    <p:sldId id="310" r:id="rId14"/>
    <p:sldId id="311" r:id="rId15"/>
    <p:sldId id="319" r:id="rId16"/>
  </p:sldIdLst>
  <p:sldSz cx="12192000" cy="6858000"/>
  <p:notesSz cx="6858000" cy="9144000"/>
  <p:embeddedFontLst>
    <p:embeddedFont>
      <p:font typeface="方正清刻本悦宋简体" panose="02010600030101010101" charset="-122"/>
      <p:regular r:id="rId18"/>
    </p:embeddedFont>
    <p:embeddedFont>
      <p:font typeface="Microsoft JhengHei" panose="020B0604030504040204" pitchFamily="34" charset="-120"/>
      <p:regular r:id="rId19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  <p:embeddedFont>
      <p:font typeface="华文新魏" panose="02010800040101010101" pitchFamily="2" charset="-122"/>
      <p:regular r:id="rId24"/>
    </p:embeddedFont>
    <p:embeddedFont>
      <p:font typeface="华文行楷" panose="02010800040101010101" pitchFamily="2" charset="-122"/>
      <p:regular r:id="rId25"/>
    </p:embeddedFont>
    <p:embeddedFont>
      <p:font typeface="罗国成毛笔小行简体" panose="02010800040101010101" pitchFamily="2" charset="-122"/>
      <p:regular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微软雅黑 Light" panose="020B0502040204020203" pitchFamily="34" charset="-122"/>
      <p:regular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4E7E"/>
    <a:srgbClr val="4291A2"/>
    <a:srgbClr val="C4CFDE"/>
    <a:srgbClr val="DFE5ED"/>
    <a:srgbClr val="298381"/>
    <a:srgbClr val="926F53"/>
    <a:srgbClr val="8C9968"/>
    <a:srgbClr val="F2921D"/>
    <a:srgbClr val="BD2120"/>
    <a:srgbClr val="FC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050" y="-576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C9FCC-FEFD-432D-A7F9-0B1C5E7CD282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E693-A952-4996-886F-DA75D2DA8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84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069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622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817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40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945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6B73-656B-F29C-8070-3FD0DBF8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65B679-83E7-AB01-0180-CD8345CC8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D2C922-864C-DBF0-3086-D5E07A309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CEDCC-4838-C9A5-EB23-928E2E048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44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11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742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E08C-8562-DA80-4265-7ED80999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38953F-4BD5-57FF-AAB2-03A5E65DF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E0518A-A094-E72B-D7AD-06EFC7101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F1BC48-92DC-C4EB-AF08-3C4FC4A8B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739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902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6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5E52-CF3B-B61F-E2E4-13B0C730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4965F3-4772-78C9-6C92-10A025F63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707391-E6D9-003A-6F82-B94FF31E1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1AEC8C-67A9-0FFD-4A7E-6FA169086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854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408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811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1E693-A952-4996-886F-DA75D2DA802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76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60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24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4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7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16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88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49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41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65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3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6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3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1EDBE-FB69-449C-A91F-94F6FDC8A0FB}" type="datetimeFigureOut">
              <a:rPr lang="zh-CN" altLang="en-US" smtClean="0"/>
              <a:t>2025/1/9/Thu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2275A-8FBE-417A-A131-220CB416E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57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5%A4%A7%E9%9F%93%E6%B0%91%E5%9C%8B%E5%9C%8B%E7%92%BD" TargetMode="External"/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microsoft.com/office/2007/relationships/hdphoto" Target="../media/hdphoto3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2.png"/><Relationship Id="rId11" Type="http://schemas.openxmlformats.org/officeDocument/2006/relationships/image" Target="../media/image1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1.png"/><Relationship Id="rId3" Type="http://schemas.openxmlformats.org/officeDocument/2006/relationships/image" Target="../media/image36.jpeg"/><Relationship Id="rId7" Type="http://schemas.openxmlformats.org/officeDocument/2006/relationships/hyperlink" Target="https://pxhere.com/zh/photo/811755" TargetMode="External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11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hyperlink" Target="https://zh.wikipedia.org/wiki/%E5%A4%A7%E9%9F%93%E6%B0%91%E5%9C%8B%E5%9C%8B%E7%92%BD" TargetMode="External"/><Relationship Id="rId4" Type="http://schemas.openxmlformats.org/officeDocument/2006/relationships/image" Target="../media/image37.png"/><Relationship Id="rId9" Type="http://schemas.microsoft.com/office/2007/relationships/hdphoto" Target="../media/hdphoto2.wdp"/><Relationship Id="rId1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xhere.com/en/photo/1166562" TargetMode="External"/><Relationship Id="rId5" Type="http://schemas.microsoft.com/office/2007/relationships/hdphoto" Target="../media/hdphoto6.wdp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680227" y="943413"/>
            <a:ext cx="109710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典雅中国风</a:t>
            </a:r>
          </a:p>
        </p:txBody>
      </p:sp>
      <p:sp>
        <p:nvSpPr>
          <p:cNvPr id="9" name="文本框 8"/>
          <p:cNvSpPr txBox="1"/>
          <p:nvPr/>
        </p:nvSpPr>
        <p:spPr>
          <a:xfrm rot="5400000">
            <a:off x="6049784" y="3240945"/>
            <a:ext cx="4029413" cy="79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演讲人：</a:t>
            </a:r>
            <a:r>
              <a:rPr lang="en-US" altLang="zh-CN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XXX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汇报时间：</a:t>
            </a:r>
            <a:r>
              <a:rPr lang="en-US" altLang="zh-CN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XXXX</a:t>
            </a:r>
            <a:r>
              <a:rPr lang="zh-CN" altLang="en-US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XX</a:t>
            </a:r>
            <a:r>
              <a:rPr lang="zh-CN" altLang="en-US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XX</a:t>
            </a:r>
            <a:r>
              <a:rPr lang="zh-CN" altLang="en-US" sz="16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日</a:t>
            </a:r>
          </a:p>
        </p:txBody>
      </p:sp>
      <p:pic>
        <p:nvPicPr>
          <p:cNvPr id="12" name="麦振鸿 - 痴颜 (纯音乐) [mqms2]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850900" y="-193765"/>
            <a:ext cx="622300" cy="609600"/>
          </a:xfrm>
          <a:prstGeom prst="rect">
            <a:avLst/>
          </a:prstGeom>
        </p:spPr>
      </p:pic>
      <p:pic>
        <p:nvPicPr>
          <p:cNvPr id="2" name="图片 10" descr="5a094962eca1e">
            <a:extLst>
              <a:ext uri="{FF2B5EF4-FFF2-40B4-BE49-F238E27FC236}">
                <a16:creationId xmlns:a16="http://schemas.microsoft.com/office/drawing/2014/main" id="{8039C281-8300-7D0D-08CF-DC5B202A9E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101" t="26300" b="3324"/>
          <a:stretch>
            <a:fillRect/>
          </a:stretch>
        </p:blipFill>
        <p:spPr>
          <a:xfrm>
            <a:off x="-1376057" y="779996"/>
            <a:ext cx="7245958" cy="6078004"/>
          </a:xfrm>
          <a:custGeom>
            <a:avLst/>
            <a:gdLst>
              <a:gd name="connsiteX0" fmla="*/ 5769261 w 5769261"/>
              <a:gd name="connsiteY0" fmla="*/ 0 h 6647815"/>
              <a:gd name="connsiteX1" fmla="*/ 3256093 w 5769261"/>
              <a:gd name="connsiteY1" fmla="*/ 0 h 6647815"/>
              <a:gd name="connsiteX2" fmla="*/ 0 w 5769261"/>
              <a:gd name="connsiteY2" fmla="*/ 6647815 h 6647815"/>
              <a:gd name="connsiteX3" fmla="*/ 5769261 w 5769261"/>
              <a:gd name="connsiteY3" fmla="*/ 6647815 h 664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9261" h="6647815">
                <a:moveTo>
                  <a:pt x="5769261" y="0"/>
                </a:moveTo>
                <a:lnTo>
                  <a:pt x="3256093" y="0"/>
                </a:lnTo>
                <a:lnTo>
                  <a:pt x="0" y="6647815"/>
                </a:lnTo>
                <a:lnTo>
                  <a:pt x="5769261" y="6647815"/>
                </a:lnTo>
                <a:close/>
              </a:path>
            </a:pathLst>
          </a:custGeom>
        </p:spPr>
      </p:pic>
      <p:pic>
        <p:nvPicPr>
          <p:cNvPr id="5" name="Picture 4" descr="A line ar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FBEC4CA0-D3D6-51BF-CCB4-0E0FE8CD0C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13" b="15294"/>
          <a:stretch/>
        </p:blipFill>
        <p:spPr>
          <a:xfrm>
            <a:off x="5033109" y="5454633"/>
            <a:ext cx="5355516" cy="877330"/>
          </a:xfrm>
          <a:prstGeom prst="rect">
            <a:avLst/>
          </a:prstGeom>
        </p:spPr>
      </p:pic>
      <p:pic>
        <p:nvPicPr>
          <p:cNvPr id="10" name="Picture 9" descr="A white bird with black background&#10;&#10;Description automatically generated">
            <a:extLst>
              <a:ext uri="{FF2B5EF4-FFF2-40B4-BE49-F238E27FC236}">
                <a16:creationId xmlns:a16="http://schemas.microsoft.com/office/drawing/2014/main" id="{1A3E4880-934E-DF5F-6A68-E4D2468D30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27" y="64326"/>
            <a:ext cx="2469188" cy="260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546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plant&#10;&#10;Description automatically generated">
            <a:extLst>
              <a:ext uri="{FF2B5EF4-FFF2-40B4-BE49-F238E27FC236}">
                <a16:creationId xmlns:a16="http://schemas.microsoft.com/office/drawing/2014/main" id="{5AA3AB51-C122-5F36-311F-3F4F5DAB5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79" y="351608"/>
            <a:ext cx="5719286" cy="61196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ACF4DD-415F-7CA3-928C-5CE72F33BD5F}"/>
              </a:ext>
            </a:extLst>
          </p:cNvPr>
          <p:cNvSpPr/>
          <p:nvPr/>
        </p:nvSpPr>
        <p:spPr>
          <a:xfrm>
            <a:off x="859809" y="0"/>
            <a:ext cx="3020744" cy="68580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Picture 6" descr="A yellow circle with birds flying around&#10;&#10;Description automatically generated">
            <a:extLst>
              <a:ext uri="{FF2B5EF4-FFF2-40B4-BE49-F238E27FC236}">
                <a16:creationId xmlns:a16="http://schemas.microsoft.com/office/drawing/2014/main" id="{E377EC5C-CEA7-5845-E120-9137F6FA27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22"/>
          <a:stretch/>
        </p:blipFill>
        <p:spPr>
          <a:xfrm>
            <a:off x="-348351" y="28193"/>
            <a:ext cx="4112632" cy="5207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C249-DA96-012E-5209-14339AA8FCAB}"/>
              </a:ext>
            </a:extLst>
          </p:cNvPr>
          <p:cNvSpPr txBox="1"/>
          <p:nvPr/>
        </p:nvSpPr>
        <p:spPr>
          <a:xfrm>
            <a:off x="1318621" y="1894536"/>
            <a:ext cx="2103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罗国成毛笔小行简体" panose="02010800040101010101" pitchFamily="2" charset="-122"/>
                <a:ea typeface="罗国成毛笔小行简体" panose="02010800040101010101" pitchFamily="2" charset="-122"/>
              </a:rPr>
              <a:t>目录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089878-4FDB-992D-848C-AD36B2EAEE9A}"/>
              </a:ext>
            </a:extLst>
          </p:cNvPr>
          <p:cNvGrpSpPr/>
          <p:nvPr/>
        </p:nvGrpSpPr>
        <p:grpSpPr>
          <a:xfrm>
            <a:off x="6664385" y="1221273"/>
            <a:ext cx="1046274" cy="1046274"/>
            <a:chOff x="6664385" y="1371399"/>
            <a:chExt cx="1046274" cy="1046274"/>
          </a:xfrm>
        </p:grpSpPr>
        <p:pic>
          <p:nvPicPr>
            <p:cNvPr id="14" name="Picture 13" descr="A red circular frame with black background&#10;&#10;Description automatically generated">
              <a:extLst>
                <a:ext uri="{FF2B5EF4-FFF2-40B4-BE49-F238E27FC236}">
                  <a16:creationId xmlns:a16="http://schemas.microsoft.com/office/drawing/2014/main" id="{E8275AB7-F7BE-E068-FE68-87FE9F778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4385" y="1371399"/>
              <a:ext cx="1046274" cy="1046274"/>
            </a:xfrm>
            <a:prstGeom prst="rect">
              <a:avLst/>
            </a:prstGeom>
          </p:spPr>
        </p:pic>
        <p:sp>
          <p:nvSpPr>
            <p:cNvPr id="16" name="椭圆 19">
              <a:extLst>
                <a:ext uri="{FF2B5EF4-FFF2-40B4-BE49-F238E27FC236}">
                  <a16:creationId xmlns:a16="http://schemas.microsoft.com/office/drawing/2014/main" id="{629BA330-234C-C16E-8524-FF43F937F338}"/>
                </a:ext>
              </a:extLst>
            </p:cNvPr>
            <p:cNvSpPr/>
            <p:nvPr/>
          </p:nvSpPr>
          <p:spPr>
            <a:xfrm>
              <a:off x="6851301" y="1558315"/>
              <a:ext cx="722980" cy="651486"/>
            </a:xfrm>
            <a:prstGeom prst="ellipse">
              <a:avLst/>
            </a:prstGeom>
            <a:solidFill>
              <a:srgbClr val="4291A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壹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08518B-827F-E25E-B531-6A5ADD1799BC}"/>
              </a:ext>
            </a:extLst>
          </p:cNvPr>
          <p:cNvGrpSpPr/>
          <p:nvPr/>
        </p:nvGrpSpPr>
        <p:grpSpPr>
          <a:xfrm>
            <a:off x="6664385" y="2420044"/>
            <a:ext cx="1046274" cy="1046274"/>
            <a:chOff x="6689654" y="2571728"/>
            <a:chExt cx="1046274" cy="1046274"/>
          </a:xfrm>
        </p:grpSpPr>
        <p:pic>
          <p:nvPicPr>
            <p:cNvPr id="20" name="Picture 19" descr="A red circular frame with black background&#10;&#10;Description automatically generated">
              <a:extLst>
                <a:ext uri="{FF2B5EF4-FFF2-40B4-BE49-F238E27FC236}">
                  <a16:creationId xmlns:a16="http://schemas.microsoft.com/office/drawing/2014/main" id="{B6F6E7CA-9700-93D8-2C10-F881E1949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654" y="2571728"/>
              <a:ext cx="1046274" cy="1046274"/>
            </a:xfrm>
            <a:prstGeom prst="rect">
              <a:avLst/>
            </a:prstGeom>
          </p:spPr>
        </p:pic>
        <p:sp>
          <p:nvSpPr>
            <p:cNvPr id="21" name="椭圆 19">
              <a:extLst>
                <a:ext uri="{FF2B5EF4-FFF2-40B4-BE49-F238E27FC236}">
                  <a16:creationId xmlns:a16="http://schemas.microsoft.com/office/drawing/2014/main" id="{EAE55644-80F0-83C1-A04F-74D98B8F6D12}"/>
                </a:ext>
              </a:extLst>
            </p:cNvPr>
            <p:cNvSpPr/>
            <p:nvPr/>
          </p:nvSpPr>
          <p:spPr>
            <a:xfrm>
              <a:off x="6876570" y="2758644"/>
              <a:ext cx="722980" cy="651486"/>
            </a:xfrm>
            <a:prstGeom prst="ellipse">
              <a:avLst/>
            </a:prstGeom>
            <a:solidFill>
              <a:srgbClr val="4291A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sz="4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贰</a:t>
              </a:r>
            </a:p>
            <a:p>
              <a:pPr algn="ctr"/>
              <a:endPara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DCD4039-9AA2-28E3-A24A-CEB49C08383E}"/>
              </a:ext>
            </a:extLst>
          </p:cNvPr>
          <p:cNvGrpSpPr/>
          <p:nvPr/>
        </p:nvGrpSpPr>
        <p:grpSpPr>
          <a:xfrm>
            <a:off x="6689654" y="3653234"/>
            <a:ext cx="1046274" cy="1046274"/>
            <a:chOff x="6689654" y="2571728"/>
            <a:chExt cx="1046274" cy="1046274"/>
          </a:xfrm>
        </p:grpSpPr>
        <p:pic>
          <p:nvPicPr>
            <p:cNvPr id="24" name="Picture 23" descr="A red circular frame with black background&#10;&#10;Description automatically generated">
              <a:extLst>
                <a:ext uri="{FF2B5EF4-FFF2-40B4-BE49-F238E27FC236}">
                  <a16:creationId xmlns:a16="http://schemas.microsoft.com/office/drawing/2014/main" id="{CE3076F7-6D6D-E274-9609-CAC553E09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654" y="2571728"/>
              <a:ext cx="1046274" cy="1046274"/>
            </a:xfrm>
            <a:prstGeom prst="rect">
              <a:avLst/>
            </a:prstGeom>
          </p:spPr>
        </p:pic>
        <p:sp>
          <p:nvSpPr>
            <p:cNvPr id="25" name="椭圆 19">
              <a:extLst>
                <a:ext uri="{FF2B5EF4-FFF2-40B4-BE49-F238E27FC236}">
                  <a16:creationId xmlns:a16="http://schemas.microsoft.com/office/drawing/2014/main" id="{E8944664-AD08-9D9B-8AC8-3621167DA3DF}"/>
                </a:ext>
              </a:extLst>
            </p:cNvPr>
            <p:cNvSpPr/>
            <p:nvPr/>
          </p:nvSpPr>
          <p:spPr>
            <a:xfrm>
              <a:off x="6876570" y="2758644"/>
              <a:ext cx="722980" cy="651486"/>
            </a:xfrm>
            <a:prstGeom prst="ellipse">
              <a:avLst/>
            </a:prstGeom>
            <a:solidFill>
              <a:srgbClr val="4291A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endPara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sz="4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叁</a:t>
              </a:r>
            </a:p>
            <a:p>
              <a:pPr algn="ctr"/>
              <a:endPara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endPara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4EFA8A-C0CC-524C-4313-715A1560269C}"/>
              </a:ext>
            </a:extLst>
          </p:cNvPr>
          <p:cNvGrpSpPr/>
          <p:nvPr/>
        </p:nvGrpSpPr>
        <p:grpSpPr>
          <a:xfrm>
            <a:off x="6689654" y="4852005"/>
            <a:ext cx="1046274" cy="1046274"/>
            <a:chOff x="6689654" y="2571728"/>
            <a:chExt cx="1046274" cy="1046274"/>
          </a:xfrm>
        </p:grpSpPr>
        <p:pic>
          <p:nvPicPr>
            <p:cNvPr id="27" name="Picture 26" descr="A red circular frame with black background&#10;&#10;Description automatically generated">
              <a:extLst>
                <a:ext uri="{FF2B5EF4-FFF2-40B4-BE49-F238E27FC236}">
                  <a16:creationId xmlns:a16="http://schemas.microsoft.com/office/drawing/2014/main" id="{926C663D-0020-5A8C-038E-1C262447C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654" y="2571728"/>
              <a:ext cx="1046274" cy="1046274"/>
            </a:xfrm>
            <a:prstGeom prst="rect">
              <a:avLst/>
            </a:prstGeom>
          </p:spPr>
        </p:pic>
        <p:sp>
          <p:nvSpPr>
            <p:cNvPr id="28" name="椭圆 19">
              <a:extLst>
                <a:ext uri="{FF2B5EF4-FFF2-40B4-BE49-F238E27FC236}">
                  <a16:creationId xmlns:a16="http://schemas.microsoft.com/office/drawing/2014/main" id="{720299F1-792C-E457-E3D6-D6E774084CD3}"/>
                </a:ext>
              </a:extLst>
            </p:cNvPr>
            <p:cNvSpPr/>
            <p:nvPr/>
          </p:nvSpPr>
          <p:spPr>
            <a:xfrm>
              <a:off x="6876570" y="2758644"/>
              <a:ext cx="722980" cy="651486"/>
            </a:xfrm>
            <a:prstGeom prst="ellipse">
              <a:avLst/>
            </a:prstGeom>
            <a:solidFill>
              <a:srgbClr val="4291A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endPara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endPara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sz="4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肆</a:t>
              </a:r>
            </a:p>
            <a:p>
              <a:pPr algn="ctr"/>
              <a:endPara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endPara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endPara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29" name="文本框 20">
            <a:extLst>
              <a:ext uri="{FF2B5EF4-FFF2-40B4-BE49-F238E27FC236}">
                <a16:creationId xmlns:a16="http://schemas.microsoft.com/office/drawing/2014/main" id="{DCA47D99-828E-928A-28D6-1FB5EE3BFE95}"/>
              </a:ext>
            </a:extLst>
          </p:cNvPr>
          <p:cNvSpPr txBox="1"/>
          <p:nvPr/>
        </p:nvSpPr>
        <p:spPr>
          <a:xfrm>
            <a:off x="7873615" y="5108100"/>
            <a:ext cx="283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</a:p>
        </p:txBody>
      </p:sp>
      <p:sp>
        <p:nvSpPr>
          <p:cNvPr id="30" name="文本框 20">
            <a:extLst>
              <a:ext uri="{FF2B5EF4-FFF2-40B4-BE49-F238E27FC236}">
                <a16:creationId xmlns:a16="http://schemas.microsoft.com/office/drawing/2014/main" id="{DB3FB03E-5168-DFAD-FA6B-8EF02A4FF0EB}"/>
              </a:ext>
            </a:extLst>
          </p:cNvPr>
          <p:cNvSpPr txBox="1"/>
          <p:nvPr/>
        </p:nvSpPr>
        <p:spPr>
          <a:xfrm>
            <a:off x="7873615" y="2701870"/>
            <a:ext cx="283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</a:p>
        </p:txBody>
      </p:sp>
      <p:sp>
        <p:nvSpPr>
          <p:cNvPr id="31" name="文本框 20">
            <a:extLst>
              <a:ext uri="{FF2B5EF4-FFF2-40B4-BE49-F238E27FC236}">
                <a16:creationId xmlns:a16="http://schemas.microsoft.com/office/drawing/2014/main" id="{8CB638C3-DD98-A468-C779-BA6E44076B73}"/>
              </a:ext>
            </a:extLst>
          </p:cNvPr>
          <p:cNvSpPr txBox="1"/>
          <p:nvPr/>
        </p:nvSpPr>
        <p:spPr>
          <a:xfrm>
            <a:off x="7887401" y="3935060"/>
            <a:ext cx="283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</a:p>
        </p:txBody>
      </p:sp>
      <p:sp>
        <p:nvSpPr>
          <p:cNvPr id="32" name="文本框 20">
            <a:extLst>
              <a:ext uri="{FF2B5EF4-FFF2-40B4-BE49-F238E27FC236}">
                <a16:creationId xmlns:a16="http://schemas.microsoft.com/office/drawing/2014/main" id="{ADB373FB-965B-E579-0860-F1A8644D2C94}"/>
              </a:ext>
            </a:extLst>
          </p:cNvPr>
          <p:cNvSpPr txBox="1"/>
          <p:nvPr/>
        </p:nvSpPr>
        <p:spPr>
          <a:xfrm>
            <a:off x="7897575" y="1567982"/>
            <a:ext cx="283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点击添加标题文字</a:t>
            </a:r>
          </a:p>
        </p:txBody>
      </p:sp>
    </p:spTree>
    <p:extLst>
      <p:ext uri="{BB962C8B-B14F-4D97-AF65-F5344CB8AC3E}">
        <p14:creationId xmlns:p14="http://schemas.microsoft.com/office/powerpoint/2010/main" val="3792803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9000">
        <p14:prism isInverted="1"/>
      </p:transition>
    </mc:Choice>
    <mc:Fallback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0"/>
                            </p:stCondLst>
                            <p:childTnLst>
                              <p:par>
                                <p:cTn id="22" presetID="6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6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6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46" presetID="6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29" grpId="0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C7CD9AB-ACF8-44D4-9E76-C83D18E7E49C}"/>
              </a:ext>
            </a:extLst>
          </p:cNvPr>
          <p:cNvSpPr txBox="1"/>
          <p:nvPr/>
        </p:nvSpPr>
        <p:spPr>
          <a:xfrm>
            <a:off x="4062136" y="1296618"/>
            <a:ext cx="1431161" cy="34255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单击此处输入文本内容，单击此处输入文本内容，单击此处输入文本内容</a:t>
            </a:r>
          </a:p>
        </p:txBody>
      </p:sp>
      <p:pic>
        <p:nvPicPr>
          <p:cNvPr id="35" name="Picture 34" descr="A circular object with pink flowers&#10;&#10;Description automatically generated">
            <a:extLst>
              <a:ext uri="{FF2B5EF4-FFF2-40B4-BE49-F238E27FC236}">
                <a16:creationId xmlns:a16="http://schemas.microsoft.com/office/drawing/2014/main" id="{7778B8E4-E653-8946-2FD3-F4428319FF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122" y="329902"/>
            <a:ext cx="4119770" cy="4119770"/>
          </a:xfrm>
          <a:prstGeom prst="rect">
            <a:avLst/>
          </a:prstGeom>
        </p:spPr>
      </p:pic>
      <p:sp>
        <p:nvSpPr>
          <p:cNvPr id="37" name="TextBox 2">
            <a:extLst>
              <a:ext uri="{FF2B5EF4-FFF2-40B4-BE49-F238E27FC236}">
                <a16:creationId xmlns:a16="http://schemas.microsoft.com/office/drawing/2014/main" id="{B92C92E5-15B7-7A29-9228-0D06C0E6564C}"/>
              </a:ext>
            </a:extLst>
          </p:cNvPr>
          <p:cNvSpPr txBox="1"/>
          <p:nvPr/>
        </p:nvSpPr>
        <p:spPr>
          <a:xfrm>
            <a:off x="7890276" y="1138705"/>
            <a:ext cx="633980" cy="2123658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9600" spc="600" dirty="0">
                <a:solidFill>
                  <a:prstClr val="black"/>
                </a:solidFill>
                <a:latin typeface="罗国成毛笔小行简体" panose="02010800040101010101" pitchFamily="2" charset="-122"/>
                <a:ea typeface="罗国成毛笔小行简体" panose="02010800040101010101" pitchFamily="2" charset="-122"/>
              </a:rPr>
              <a:t>壹</a:t>
            </a:r>
            <a:endParaRPr lang="id-ID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EF22A71F-F03D-899C-DE98-8636CC56F364}"/>
              </a:ext>
            </a:extLst>
          </p:cNvPr>
          <p:cNvSpPr/>
          <p:nvPr/>
        </p:nvSpPr>
        <p:spPr>
          <a:xfrm>
            <a:off x="382137" y="286603"/>
            <a:ext cx="11436824" cy="6185149"/>
          </a:xfrm>
          <a:prstGeom prst="frame">
            <a:avLst>
              <a:gd name="adj1" fmla="val 168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2" name="图片 9">
            <a:extLst>
              <a:ext uri="{FF2B5EF4-FFF2-40B4-BE49-F238E27FC236}">
                <a16:creationId xmlns:a16="http://schemas.microsoft.com/office/drawing/2014/main" id="{FB47E2DE-ACD4-AD2C-43A7-88C1B3AD2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970" y="4071166"/>
            <a:ext cx="5890260" cy="3719830"/>
          </a:xfrm>
          <a:prstGeom prst="rect">
            <a:avLst/>
          </a:prstGeom>
        </p:spPr>
      </p:pic>
      <p:pic>
        <p:nvPicPr>
          <p:cNvPr id="47" name="图片 63" descr="046fd3231e3d87c90d7c35b7f0e9da0b">
            <a:extLst>
              <a:ext uri="{FF2B5EF4-FFF2-40B4-BE49-F238E27FC236}">
                <a16:creationId xmlns:a16="http://schemas.microsoft.com/office/drawing/2014/main" id="{39104B09-F7C7-1695-3600-04BBE87FCD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72" y="286603"/>
            <a:ext cx="1951629" cy="6103032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56D0630-03F8-8FC1-91B8-D9880241B038}"/>
              </a:ext>
            </a:extLst>
          </p:cNvPr>
          <p:cNvCxnSpPr/>
          <p:nvPr/>
        </p:nvCxnSpPr>
        <p:spPr>
          <a:xfrm>
            <a:off x="5493297" y="732662"/>
            <a:ext cx="8176" cy="4265808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15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7000">
        <p14:prism dir="d" isContent="1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7" grpId="0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18" descr="A white flowers on a black background&#10;&#10;Description automatically generated">
            <a:extLst>
              <a:ext uri="{FF2B5EF4-FFF2-40B4-BE49-F238E27FC236}">
                <a16:creationId xmlns:a16="http://schemas.microsoft.com/office/drawing/2014/main" id="{6D34830D-C75C-D818-8169-E30B4C85C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56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5" name="Picture 24" descr="A light pole with a round light&#10;&#10;Description automatically generated">
            <a:extLst>
              <a:ext uri="{FF2B5EF4-FFF2-40B4-BE49-F238E27FC236}">
                <a16:creationId xmlns:a16="http://schemas.microsoft.com/office/drawing/2014/main" id="{9D7C4169-9EB0-051D-2F05-38D5B4BA0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862"/>
          <a:stretch/>
        </p:blipFill>
        <p:spPr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A7A33A9-24D3-E125-8169-A97DE6BFB66E}"/>
              </a:ext>
            </a:extLst>
          </p:cNvPr>
          <p:cNvGrpSpPr/>
          <p:nvPr/>
        </p:nvGrpSpPr>
        <p:grpSpPr>
          <a:xfrm>
            <a:off x="6450842" y="1018362"/>
            <a:ext cx="812800" cy="1000378"/>
            <a:chOff x="6450842" y="1018362"/>
            <a:chExt cx="812800" cy="1000378"/>
          </a:xfrm>
        </p:grpSpPr>
        <p:cxnSp>
          <p:nvCxnSpPr>
            <p:cNvPr id="38" name="直接连接符 7">
              <a:extLst>
                <a:ext uri="{FF2B5EF4-FFF2-40B4-BE49-F238E27FC236}">
                  <a16:creationId xmlns:a16="http://schemas.microsoft.com/office/drawing/2014/main" id="{C77C2330-1A63-7CC4-42F3-527E9F51F4EB}"/>
                </a:ext>
              </a:extLst>
            </p:cNvPr>
            <p:cNvCxnSpPr>
              <a:cxnSpLocks/>
              <a:stCxn id="35" idx="1"/>
              <a:endCxn id="35" idx="3"/>
            </p:cNvCxnSpPr>
            <p:nvPr/>
          </p:nvCxnSpPr>
          <p:spPr>
            <a:xfrm>
              <a:off x="6450842" y="1611504"/>
              <a:ext cx="8128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D6D85E9-C067-4FD8-DC53-1508074DD2C8}"/>
                </a:ext>
              </a:extLst>
            </p:cNvPr>
            <p:cNvGrpSpPr/>
            <p:nvPr/>
          </p:nvGrpSpPr>
          <p:grpSpPr>
            <a:xfrm>
              <a:off x="6450842" y="1018362"/>
              <a:ext cx="812800" cy="1000378"/>
              <a:chOff x="6450842" y="1018362"/>
              <a:chExt cx="812800" cy="100037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EAB6D4C-547E-AD23-6BBC-4F54BD4FAF37}"/>
                  </a:ext>
                </a:extLst>
              </p:cNvPr>
              <p:cNvGrpSpPr/>
              <p:nvPr/>
            </p:nvGrpSpPr>
            <p:grpSpPr>
              <a:xfrm>
                <a:off x="6450842" y="1211290"/>
                <a:ext cx="812800" cy="807450"/>
                <a:chOff x="6450842" y="1211290"/>
                <a:chExt cx="812800" cy="807450"/>
              </a:xfrm>
            </p:grpSpPr>
            <p:sp>
              <p:nvSpPr>
                <p:cNvPr id="35" name="矩形 4">
                  <a:extLst>
                    <a:ext uri="{FF2B5EF4-FFF2-40B4-BE49-F238E27FC236}">
                      <a16:creationId xmlns:a16="http://schemas.microsoft.com/office/drawing/2014/main" id="{9D0A5A59-EA39-31D3-94C1-E924DBCCD727}"/>
                    </a:ext>
                  </a:extLst>
                </p:cNvPr>
                <p:cNvSpPr/>
                <p:nvPr/>
              </p:nvSpPr>
              <p:spPr>
                <a:xfrm>
                  <a:off x="6450842" y="1211290"/>
                  <a:ext cx="812800" cy="800427"/>
                </a:xfrm>
                <a:prstGeom prst="rect">
                  <a:avLst/>
                </a:prstGeom>
                <a:noFill/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6" name="直接连接符 5">
                  <a:extLst>
                    <a:ext uri="{FF2B5EF4-FFF2-40B4-BE49-F238E27FC236}">
                      <a16:creationId xmlns:a16="http://schemas.microsoft.com/office/drawing/2014/main" id="{DDDE480D-CEAC-BCB8-8909-1FCB593B6A97}"/>
                    </a:ext>
                  </a:extLst>
                </p:cNvPr>
                <p:cNvCxnSpPr/>
                <p:nvPr/>
              </p:nvCxnSpPr>
              <p:spPr>
                <a:xfrm>
                  <a:off x="6450842" y="1211290"/>
                  <a:ext cx="812800" cy="800427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8">
                  <a:extLst>
                    <a:ext uri="{FF2B5EF4-FFF2-40B4-BE49-F238E27FC236}">
                      <a16:creationId xmlns:a16="http://schemas.microsoft.com/office/drawing/2014/main" id="{BF797BA9-2772-7ADE-FFB1-B9D0323C9251}"/>
                    </a:ext>
                  </a:extLst>
                </p:cNvPr>
                <p:cNvCxnSpPr>
                  <a:cxnSpLocks/>
                  <a:stCxn id="35" idx="0"/>
                  <a:endCxn id="35" idx="2"/>
                </p:cNvCxnSpPr>
                <p:nvPr/>
              </p:nvCxnSpPr>
              <p:spPr>
                <a:xfrm>
                  <a:off x="6857242" y="1211290"/>
                  <a:ext cx="0" cy="800427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6">
                  <a:extLst>
                    <a:ext uri="{FF2B5EF4-FFF2-40B4-BE49-F238E27FC236}">
                      <a16:creationId xmlns:a16="http://schemas.microsoft.com/office/drawing/2014/main" id="{2067675E-C47D-8D8A-2DEA-55B58D67EF45}"/>
                    </a:ext>
                  </a:extLst>
                </p:cNvPr>
                <p:cNvCxnSpPr/>
                <p:nvPr/>
              </p:nvCxnSpPr>
              <p:spPr>
                <a:xfrm flipV="1">
                  <a:off x="6450842" y="1218313"/>
                  <a:ext cx="812800" cy="800427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2">
                <a:extLst>
                  <a:ext uri="{FF2B5EF4-FFF2-40B4-BE49-F238E27FC236}">
                    <a16:creationId xmlns:a16="http://schemas.microsoft.com/office/drawing/2014/main" id="{8DD2B69A-C9C6-9F90-6502-162C2A486C73}"/>
                  </a:ext>
                </a:extLst>
              </p:cNvPr>
              <p:cNvSpPr txBox="1"/>
              <p:nvPr/>
            </p:nvSpPr>
            <p:spPr>
              <a:xfrm>
                <a:off x="6585825" y="1018362"/>
                <a:ext cx="600164" cy="994824"/>
              </a:xfrm>
              <a:prstGeom prst="rect">
                <a:avLst/>
              </a:prstGeom>
            </p:spPr>
            <p:txBody>
              <a:bodyPr vert="horz" wrap="square">
                <a:sp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00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4400" spc="600" dirty="0">
                    <a:solidFill>
                      <a:prstClr val="black"/>
                    </a:solidFill>
                    <a:latin typeface="方正清刻本悦宋简体"/>
                    <a:ea typeface="方正清刻本悦宋简体"/>
                  </a:rPr>
                  <a:t>壹</a:t>
                </a:r>
                <a:endParaRPr lang="id-ID" sz="4400" spc="600" dirty="0">
                  <a:solidFill>
                    <a:prstClr val="black"/>
                  </a:solidFill>
                  <a:latin typeface="方正清刻本悦宋简体"/>
                  <a:ea typeface="方正清刻本悦宋简体"/>
                </a:endParaRPr>
              </a:p>
            </p:txBody>
          </p:sp>
        </p:grpSp>
      </p:grpSp>
      <p:sp>
        <p:nvSpPr>
          <p:cNvPr id="41" name="文本框 10">
            <a:extLst>
              <a:ext uri="{FF2B5EF4-FFF2-40B4-BE49-F238E27FC236}">
                <a16:creationId xmlns:a16="http://schemas.microsoft.com/office/drawing/2014/main" id="{680403DB-FF2C-62E3-E61B-16F4125CFD86}"/>
              </a:ext>
            </a:extLst>
          </p:cNvPr>
          <p:cNvSpPr txBox="1"/>
          <p:nvPr/>
        </p:nvSpPr>
        <p:spPr>
          <a:xfrm>
            <a:off x="6039593" y="2004696"/>
            <a:ext cx="174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此处输入标题</a:t>
            </a:r>
          </a:p>
        </p:txBody>
      </p:sp>
      <p:sp>
        <p:nvSpPr>
          <p:cNvPr id="42" name="矩形 9">
            <a:extLst>
              <a:ext uri="{FF2B5EF4-FFF2-40B4-BE49-F238E27FC236}">
                <a16:creationId xmlns:a16="http://schemas.microsoft.com/office/drawing/2014/main" id="{EA3F2DA1-7E56-650E-BF24-E5A775147AC5}"/>
              </a:ext>
            </a:extLst>
          </p:cNvPr>
          <p:cNvSpPr/>
          <p:nvPr/>
        </p:nvSpPr>
        <p:spPr>
          <a:xfrm>
            <a:off x="5817303" y="2397888"/>
            <a:ext cx="2166637" cy="110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/>
              </a:rPr>
              <a:t>设计师可以使用他们喜欢的任意素材在此填充，如果没有特定的素材，设计师可以使用默认素材。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E7829E8-E893-6669-DFB0-85C734C609C3}"/>
              </a:ext>
            </a:extLst>
          </p:cNvPr>
          <p:cNvGrpSpPr/>
          <p:nvPr/>
        </p:nvGrpSpPr>
        <p:grpSpPr>
          <a:xfrm>
            <a:off x="10028071" y="1009872"/>
            <a:ext cx="812800" cy="1001847"/>
            <a:chOff x="10028071" y="1009872"/>
            <a:chExt cx="812800" cy="1001847"/>
          </a:xfrm>
        </p:grpSpPr>
        <p:grpSp>
          <p:nvGrpSpPr>
            <p:cNvPr id="43" name="组合 11">
              <a:extLst>
                <a:ext uri="{FF2B5EF4-FFF2-40B4-BE49-F238E27FC236}">
                  <a16:creationId xmlns:a16="http://schemas.microsoft.com/office/drawing/2014/main" id="{D45FE588-D81F-D31C-E8D2-722125844F83}"/>
                </a:ext>
              </a:extLst>
            </p:cNvPr>
            <p:cNvGrpSpPr/>
            <p:nvPr/>
          </p:nvGrpSpPr>
          <p:grpSpPr>
            <a:xfrm>
              <a:off x="10028071" y="1204269"/>
              <a:ext cx="812800" cy="807450"/>
              <a:chOff x="5025570" y="1940946"/>
              <a:chExt cx="2140858" cy="2159642"/>
            </a:xfrm>
          </p:grpSpPr>
          <p:sp>
            <p:nvSpPr>
              <p:cNvPr id="44" name="矩形 12">
                <a:extLst>
                  <a:ext uri="{FF2B5EF4-FFF2-40B4-BE49-F238E27FC236}">
                    <a16:creationId xmlns:a16="http://schemas.microsoft.com/office/drawing/2014/main" id="{1E05ADD8-CBFB-7C7A-8BA6-779E20614006}"/>
                  </a:ext>
                </a:extLst>
              </p:cNvPr>
              <p:cNvSpPr/>
              <p:nvPr/>
            </p:nvSpPr>
            <p:spPr>
              <a:xfrm>
                <a:off x="5025570" y="1940946"/>
                <a:ext cx="2140858" cy="2140858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5" name="直接连接符 13">
                <a:extLst>
                  <a:ext uri="{FF2B5EF4-FFF2-40B4-BE49-F238E27FC236}">
                    <a16:creationId xmlns:a16="http://schemas.microsoft.com/office/drawing/2014/main" id="{67957C9E-AB21-CB6F-AAEC-11A4A3BEE200}"/>
                  </a:ext>
                </a:extLst>
              </p:cNvPr>
              <p:cNvCxnSpPr/>
              <p:nvPr/>
            </p:nvCxnSpPr>
            <p:spPr>
              <a:xfrm>
                <a:off x="5025570" y="1940946"/>
                <a:ext cx="2140858" cy="214085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14">
                <a:extLst>
                  <a:ext uri="{FF2B5EF4-FFF2-40B4-BE49-F238E27FC236}">
                    <a16:creationId xmlns:a16="http://schemas.microsoft.com/office/drawing/2014/main" id="{E14420B2-EF09-77D0-9CD3-F6146ED614C1}"/>
                  </a:ext>
                </a:extLst>
              </p:cNvPr>
              <p:cNvCxnSpPr/>
              <p:nvPr/>
            </p:nvCxnSpPr>
            <p:spPr>
              <a:xfrm flipV="1">
                <a:off x="5025570" y="1959730"/>
                <a:ext cx="2140858" cy="214085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15">
                <a:extLst>
                  <a:ext uri="{FF2B5EF4-FFF2-40B4-BE49-F238E27FC236}">
                    <a16:creationId xmlns:a16="http://schemas.microsoft.com/office/drawing/2014/main" id="{B01C2EC8-006F-C966-A8BD-AC781D2FD8F4}"/>
                  </a:ext>
                </a:extLst>
              </p:cNvPr>
              <p:cNvCxnSpPr>
                <a:stCxn id="44" idx="1"/>
                <a:endCxn id="44" idx="3"/>
              </p:cNvCxnSpPr>
              <p:nvPr/>
            </p:nvCxnSpPr>
            <p:spPr>
              <a:xfrm>
                <a:off x="5025570" y="3011375"/>
                <a:ext cx="2140858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16">
                <a:extLst>
                  <a:ext uri="{FF2B5EF4-FFF2-40B4-BE49-F238E27FC236}">
                    <a16:creationId xmlns:a16="http://schemas.microsoft.com/office/drawing/2014/main" id="{DFD28F86-DBA5-21CD-46D1-83E35317B3E4}"/>
                  </a:ext>
                </a:extLst>
              </p:cNvPr>
              <p:cNvCxnSpPr>
                <a:stCxn id="44" idx="0"/>
                <a:endCxn id="44" idx="2"/>
              </p:cNvCxnSpPr>
              <p:nvPr/>
            </p:nvCxnSpPr>
            <p:spPr>
              <a:xfrm>
                <a:off x="6095999" y="1940946"/>
                <a:ext cx="0" cy="2140858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2">
              <a:extLst>
                <a:ext uri="{FF2B5EF4-FFF2-40B4-BE49-F238E27FC236}">
                  <a16:creationId xmlns:a16="http://schemas.microsoft.com/office/drawing/2014/main" id="{DA0A170A-41FB-B423-9ED7-CC40C5F13D2F}"/>
                </a:ext>
              </a:extLst>
            </p:cNvPr>
            <p:cNvSpPr txBox="1"/>
            <p:nvPr/>
          </p:nvSpPr>
          <p:spPr>
            <a:xfrm>
              <a:off x="10147089" y="1009872"/>
              <a:ext cx="600164" cy="994824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4400" spc="600" dirty="0">
                  <a:solidFill>
                    <a:prstClr val="black"/>
                  </a:solidFill>
                  <a:latin typeface="方正清刻本悦宋简体"/>
                  <a:ea typeface="方正清刻本悦宋简体"/>
                </a:rPr>
                <a:t>贰</a:t>
              </a:r>
              <a:endParaRPr lang="id-ID" sz="4400" spc="600" dirty="0">
                <a:solidFill>
                  <a:prstClr val="black"/>
                </a:solidFill>
                <a:latin typeface="方正清刻本悦宋简体"/>
                <a:ea typeface="方正清刻本悦宋简体"/>
              </a:endParaRPr>
            </a:p>
          </p:txBody>
        </p:sp>
      </p:grpSp>
      <p:sp>
        <p:nvSpPr>
          <p:cNvPr id="57" name="文本框 10">
            <a:extLst>
              <a:ext uri="{FF2B5EF4-FFF2-40B4-BE49-F238E27FC236}">
                <a16:creationId xmlns:a16="http://schemas.microsoft.com/office/drawing/2014/main" id="{0C36DBF4-F454-A459-7D89-5AE1834A46B4}"/>
              </a:ext>
            </a:extLst>
          </p:cNvPr>
          <p:cNvSpPr txBox="1"/>
          <p:nvPr/>
        </p:nvSpPr>
        <p:spPr>
          <a:xfrm>
            <a:off x="9562651" y="2018740"/>
            <a:ext cx="174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此处输入标题</a:t>
            </a:r>
          </a:p>
        </p:txBody>
      </p:sp>
      <p:sp>
        <p:nvSpPr>
          <p:cNvPr id="58" name="矩形 9">
            <a:extLst>
              <a:ext uri="{FF2B5EF4-FFF2-40B4-BE49-F238E27FC236}">
                <a16:creationId xmlns:a16="http://schemas.microsoft.com/office/drawing/2014/main" id="{FD285768-5FDB-0856-0327-58B2BC14E60A}"/>
              </a:ext>
            </a:extLst>
          </p:cNvPr>
          <p:cNvSpPr/>
          <p:nvPr/>
        </p:nvSpPr>
        <p:spPr>
          <a:xfrm>
            <a:off x="9351151" y="2397887"/>
            <a:ext cx="2166637" cy="110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/>
              </a:rPr>
              <a:t>设计师可以使用他们喜欢的任意素材在此填充，如果没有特定的素材，设计师可以使用默认素材。</a:t>
            </a:r>
          </a:p>
        </p:txBody>
      </p:sp>
    </p:spTree>
    <p:extLst>
      <p:ext uri="{BB962C8B-B14F-4D97-AF65-F5344CB8AC3E}">
        <p14:creationId xmlns:p14="http://schemas.microsoft.com/office/powerpoint/2010/main" val="4085585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8000">
        <p14:flip dir="r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57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>
            <a:extLst>
              <a:ext uri="{FF2B5EF4-FFF2-40B4-BE49-F238E27FC236}">
                <a16:creationId xmlns:a16="http://schemas.microsoft.com/office/drawing/2014/main" id="{6E130382-6ABE-F0A0-7F4E-8B40E022D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44" y="1405596"/>
            <a:ext cx="3485626" cy="6858000"/>
          </a:xfrm>
          <a:prstGeom prst="rect">
            <a:avLst/>
          </a:prstGeom>
        </p:spPr>
      </p:pic>
      <p:pic>
        <p:nvPicPr>
          <p:cNvPr id="9" name="图片 3">
            <a:extLst>
              <a:ext uri="{FF2B5EF4-FFF2-40B4-BE49-F238E27FC236}">
                <a16:creationId xmlns:a16="http://schemas.microsoft.com/office/drawing/2014/main" id="{989D26EB-F94C-A848-F555-4596ACDC0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11439" cy="6340279"/>
          </a:xfrm>
          <a:prstGeom prst="rect">
            <a:avLst/>
          </a:prstGeom>
        </p:spPr>
      </p:pic>
      <p:sp>
        <p:nvSpPr>
          <p:cNvPr id="10" name="文本框 1">
            <a:extLst>
              <a:ext uri="{FF2B5EF4-FFF2-40B4-BE49-F238E27FC236}">
                <a16:creationId xmlns:a16="http://schemas.microsoft.com/office/drawing/2014/main" id="{CD0561D5-A9A5-7B10-2364-68A80212CE2C}"/>
              </a:ext>
            </a:extLst>
          </p:cNvPr>
          <p:cNvSpPr txBox="1"/>
          <p:nvPr/>
        </p:nvSpPr>
        <p:spPr>
          <a:xfrm>
            <a:off x="6096000" y="1947570"/>
            <a:ext cx="2769989" cy="29628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spc="3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A14D422E-FF0E-BB6B-169F-196AA99F37B2}"/>
              </a:ext>
            </a:extLst>
          </p:cNvPr>
          <p:cNvSpPr/>
          <p:nvPr/>
        </p:nvSpPr>
        <p:spPr>
          <a:xfrm>
            <a:off x="4899546" y="1551662"/>
            <a:ext cx="5841242" cy="3603008"/>
          </a:xfrm>
          <a:prstGeom prst="frame">
            <a:avLst>
              <a:gd name="adj1" fmla="val 151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424A03-E831-E311-8E93-6AF089BA732B}"/>
              </a:ext>
            </a:extLst>
          </p:cNvPr>
          <p:cNvCxnSpPr/>
          <p:nvPr/>
        </p:nvCxnSpPr>
        <p:spPr>
          <a:xfrm>
            <a:off x="8966579" y="1828800"/>
            <a:ext cx="0" cy="3081629"/>
          </a:xfrm>
          <a:prstGeom prst="line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4">
            <a:extLst>
              <a:ext uri="{FF2B5EF4-FFF2-40B4-BE49-F238E27FC236}">
                <a16:creationId xmlns:a16="http://schemas.microsoft.com/office/drawing/2014/main" id="{0CF34DBD-AEE0-0496-03AB-EA536D82D9A9}"/>
              </a:ext>
            </a:extLst>
          </p:cNvPr>
          <p:cNvSpPr txBox="1"/>
          <p:nvPr/>
        </p:nvSpPr>
        <p:spPr>
          <a:xfrm>
            <a:off x="9253519" y="2036654"/>
            <a:ext cx="1200329" cy="28737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4400" dirty="0">
                <a:solidFill>
                  <a:schemeClr val="bg1"/>
                </a:solidFill>
                <a:latin typeface="方正清刻本悦宋简体" panose="02010600030101010101" charset="-122"/>
                <a:ea typeface="方正清刻本悦宋简体" panose="02010600030101010101" charset="-122"/>
              </a:rPr>
              <a:t>输入标题</a:t>
            </a:r>
          </a:p>
        </p:txBody>
      </p:sp>
      <p:pic>
        <p:nvPicPr>
          <p:cNvPr id="16" name="Picture 15" descr="A red and black sign&#10;&#10;Description automatically generated">
            <a:extLst>
              <a:ext uri="{FF2B5EF4-FFF2-40B4-BE49-F238E27FC236}">
                <a16:creationId xmlns:a16="http://schemas.microsoft.com/office/drawing/2014/main" id="{5F737189-3285-D283-2D26-06CA90F20C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140785" y="4203387"/>
            <a:ext cx="811746" cy="811746"/>
          </a:xfrm>
          <a:prstGeom prst="rect">
            <a:avLst/>
          </a:prstGeom>
        </p:spPr>
      </p:pic>
      <p:pic>
        <p:nvPicPr>
          <p:cNvPr id="18" name="图片 10">
            <a:extLst>
              <a:ext uri="{FF2B5EF4-FFF2-40B4-BE49-F238E27FC236}">
                <a16:creationId xmlns:a16="http://schemas.microsoft.com/office/drawing/2014/main" id="{D7EEC613-9976-3F3D-61E5-F08DD1E555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79" y="2411868"/>
            <a:ext cx="5813726" cy="484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49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8000">
        <p14:flip dir="r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A3F1E-55A5-82F0-DF98-93A232FA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DC6CE58-06EF-A64A-ED52-B78701058134}"/>
              </a:ext>
            </a:extLst>
          </p:cNvPr>
          <p:cNvSpPr txBox="1"/>
          <p:nvPr/>
        </p:nvSpPr>
        <p:spPr>
          <a:xfrm>
            <a:off x="4062136" y="1296618"/>
            <a:ext cx="1431161" cy="34255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单击此处输入文本内容，单击此处输入文本内容，单击此处输入文本内容</a:t>
            </a:r>
          </a:p>
        </p:txBody>
      </p:sp>
      <p:pic>
        <p:nvPicPr>
          <p:cNvPr id="35" name="Picture 34" descr="A circular object with pink flowers&#10;&#10;Description automatically generated">
            <a:extLst>
              <a:ext uri="{FF2B5EF4-FFF2-40B4-BE49-F238E27FC236}">
                <a16:creationId xmlns:a16="http://schemas.microsoft.com/office/drawing/2014/main" id="{336B533B-6134-6821-6C28-3DBC3D8317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122" y="329902"/>
            <a:ext cx="4119770" cy="4119770"/>
          </a:xfrm>
          <a:prstGeom prst="rect">
            <a:avLst/>
          </a:prstGeom>
        </p:spPr>
      </p:pic>
      <p:sp>
        <p:nvSpPr>
          <p:cNvPr id="37" name="TextBox 2">
            <a:extLst>
              <a:ext uri="{FF2B5EF4-FFF2-40B4-BE49-F238E27FC236}">
                <a16:creationId xmlns:a16="http://schemas.microsoft.com/office/drawing/2014/main" id="{4B16B30B-6A1D-F6B2-FA87-C4075C1D7274}"/>
              </a:ext>
            </a:extLst>
          </p:cNvPr>
          <p:cNvSpPr txBox="1"/>
          <p:nvPr/>
        </p:nvSpPr>
        <p:spPr>
          <a:xfrm>
            <a:off x="7890276" y="1138705"/>
            <a:ext cx="633980" cy="4339650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9600" spc="600" dirty="0">
                <a:solidFill>
                  <a:prstClr val="black"/>
                </a:solidFill>
                <a:latin typeface="罗国成毛笔小行简体" panose="02010800040101010101" pitchFamily="2" charset="-122"/>
                <a:ea typeface="罗国成毛笔小行简体" panose="02010800040101010101" pitchFamily="2" charset="-122"/>
              </a:rPr>
              <a:t>贰</a:t>
            </a:r>
            <a:endParaRPr lang="id-ID" altLang="zh-CN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  <a:p>
            <a:endParaRPr lang="id-ID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B3ABD1C1-50D0-7F32-D6FD-9B0A73642C1A}"/>
              </a:ext>
            </a:extLst>
          </p:cNvPr>
          <p:cNvSpPr/>
          <p:nvPr/>
        </p:nvSpPr>
        <p:spPr>
          <a:xfrm>
            <a:off x="382137" y="286603"/>
            <a:ext cx="11436824" cy="6185149"/>
          </a:xfrm>
          <a:prstGeom prst="frame">
            <a:avLst>
              <a:gd name="adj1" fmla="val 168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2" name="图片 9">
            <a:extLst>
              <a:ext uri="{FF2B5EF4-FFF2-40B4-BE49-F238E27FC236}">
                <a16:creationId xmlns:a16="http://schemas.microsoft.com/office/drawing/2014/main" id="{6CC73707-2E8E-3738-A2AB-801F9E57A9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970" y="4071166"/>
            <a:ext cx="5890260" cy="3719830"/>
          </a:xfrm>
          <a:prstGeom prst="rect">
            <a:avLst/>
          </a:prstGeom>
        </p:spPr>
      </p:pic>
      <p:pic>
        <p:nvPicPr>
          <p:cNvPr id="47" name="图片 63" descr="046fd3231e3d87c90d7c35b7f0e9da0b">
            <a:extLst>
              <a:ext uri="{FF2B5EF4-FFF2-40B4-BE49-F238E27FC236}">
                <a16:creationId xmlns:a16="http://schemas.microsoft.com/office/drawing/2014/main" id="{34C38BD4-87A3-8534-1A17-52835BD53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72" y="286603"/>
            <a:ext cx="1951629" cy="6103032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80B2460-5FE9-247A-30C9-5F036EE3A0BD}"/>
              </a:ext>
            </a:extLst>
          </p:cNvPr>
          <p:cNvCxnSpPr/>
          <p:nvPr/>
        </p:nvCxnSpPr>
        <p:spPr>
          <a:xfrm>
            <a:off x="5493297" y="732662"/>
            <a:ext cx="8176" cy="4265808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589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7000">
        <p14:prism dir="d" isContent="1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7" grpId="0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6">
            <a:extLst>
              <a:ext uri="{FF2B5EF4-FFF2-40B4-BE49-F238E27FC236}">
                <a16:creationId xmlns:a16="http://schemas.microsoft.com/office/drawing/2014/main" id="{FBAF469C-5268-7C7B-5B6A-4958764A12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38"/>
          <a:stretch>
            <a:fillRect/>
          </a:stretch>
        </p:blipFill>
        <p:spPr>
          <a:xfrm rot="5400000">
            <a:off x="2667004" y="-2667001"/>
            <a:ext cx="6857998" cy="1219200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3AF5228-45D5-A896-D2E1-FF54D6032521}"/>
              </a:ext>
            </a:extLst>
          </p:cNvPr>
          <p:cNvGrpSpPr/>
          <p:nvPr/>
        </p:nvGrpSpPr>
        <p:grpSpPr>
          <a:xfrm rot="5400000">
            <a:off x="5832828" y="1099669"/>
            <a:ext cx="3378371" cy="4135018"/>
            <a:chOff x="7380955" y="1456322"/>
            <a:chExt cx="4244353" cy="3995010"/>
          </a:xfrm>
        </p:grpSpPr>
        <p:pic>
          <p:nvPicPr>
            <p:cNvPr id="39" name="图片 38" descr="图片包含 花瓶, 鲜花, 小, 掌握&#10;&#10;已生成极高可信度的说明">
              <a:extLst>
                <a:ext uri="{FF2B5EF4-FFF2-40B4-BE49-F238E27FC236}">
                  <a16:creationId xmlns:a16="http://schemas.microsoft.com/office/drawing/2014/main" id="{86DC3FF7-E1B6-4557-8ADA-C50062BC54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3236"/>
            <a:stretch/>
          </p:blipFill>
          <p:spPr>
            <a:xfrm>
              <a:off x="8022870" y="1456322"/>
              <a:ext cx="3602438" cy="2498141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 rot="5400000">
              <a:off x="7491586" y="2346961"/>
              <a:ext cx="2993742" cy="3215002"/>
            </a:xfrm>
            <a:prstGeom prst="hexagon">
              <a:avLst>
                <a:gd name="adj" fmla="val 32466"/>
                <a:gd name="vf" fmla="val 115470"/>
              </a:avLst>
            </a:prstGeom>
            <a:blipFill>
              <a:blip r:embed="rId5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18116DD-6525-6900-D8AF-C849DB6DA6FB}"/>
              </a:ext>
            </a:extLst>
          </p:cNvPr>
          <p:cNvSpPr txBox="1"/>
          <p:nvPr/>
        </p:nvSpPr>
        <p:spPr>
          <a:xfrm>
            <a:off x="5640215" y="1352704"/>
            <a:ext cx="2891388" cy="3446859"/>
          </a:xfrm>
          <a:prstGeom prst="hexagon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Arial"/>
              </a:rPr>
              <a:t>设计师可以使用他们喜欢的任意素材在此填充，如果没有特定的素材，设计师可以使用默认素材。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  <a:p>
            <a:endParaRPr lang="zh-CN" altLang="en-US" dirty="0"/>
          </a:p>
        </p:txBody>
      </p:sp>
      <p:sp>
        <p:nvSpPr>
          <p:cNvPr id="22" name="椭圆 12">
            <a:extLst>
              <a:ext uri="{FF2B5EF4-FFF2-40B4-BE49-F238E27FC236}">
                <a16:creationId xmlns:a16="http://schemas.microsoft.com/office/drawing/2014/main" id="{0CCF3E6F-424B-1949-B988-E6BC8AC16224}"/>
              </a:ext>
            </a:extLst>
          </p:cNvPr>
          <p:cNvSpPr/>
          <p:nvPr/>
        </p:nvSpPr>
        <p:spPr>
          <a:xfrm>
            <a:off x="7906865" y="748154"/>
            <a:ext cx="735671" cy="73567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壹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FED20F-DB35-8E20-E999-C36C898A2286}"/>
              </a:ext>
            </a:extLst>
          </p:cNvPr>
          <p:cNvGrpSpPr/>
          <p:nvPr/>
        </p:nvGrpSpPr>
        <p:grpSpPr>
          <a:xfrm>
            <a:off x="3588021" y="1565808"/>
            <a:ext cx="4695130" cy="6013545"/>
            <a:chOff x="3588021" y="1565808"/>
            <a:chExt cx="4695130" cy="6013545"/>
          </a:xfrm>
        </p:grpSpPr>
        <p:pic>
          <p:nvPicPr>
            <p:cNvPr id="38" name="图片 37" descr="图片包含 花瓶, 鲜花, 小, 掌握&#10;&#10;已生成极高可信度的说明">
              <a:extLst>
                <a:ext uri="{FF2B5EF4-FFF2-40B4-BE49-F238E27FC236}">
                  <a16:creationId xmlns:a16="http://schemas.microsoft.com/office/drawing/2014/main" id="{86DC3FF7-E1B6-4557-8ADA-C50062BC54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3236"/>
            <a:stretch/>
          </p:blipFill>
          <p:spPr>
            <a:xfrm rot="17841834">
              <a:off x="1830319" y="3323510"/>
              <a:ext cx="6013545" cy="2498141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 rot="5400000">
              <a:off x="5448771" y="4023621"/>
              <a:ext cx="2453757" cy="3215002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pic>
          <p:nvPicPr>
            <p:cNvPr id="42" name="Picture 15">
              <a:extLst>
                <a:ext uri="{FF2B5EF4-FFF2-40B4-BE49-F238E27FC236}">
                  <a16:creationId xmlns:a16="http://schemas.microsoft.com/office/drawing/2014/main" id="{D3FD0C63-0EF5-4335-BDBA-8928716B8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6452136" y="2898352"/>
              <a:ext cx="326562" cy="3293377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783262F-8823-D6A7-865E-3986007EDB9D}"/>
              </a:ext>
            </a:extLst>
          </p:cNvPr>
          <p:cNvSpPr txBox="1"/>
          <p:nvPr/>
        </p:nvSpPr>
        <p:spPr>
          <a:xfrm>
            <a:off x="5225380" y="5171585"/>
            <a:ext cx="289138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Arial"/>
              </a:rPr>
              <a:t>设计师可以使用他们喜欢的任意素材在此填充，如果没有特定的素材，设计师可以使用默认素材。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  <a:p>
            <a:endParaRPr lang="zh-CN" altLang="en-US" dirty="0"/>
          </a:p>
        </p:txBody>
      </p:sp>
      <p:sp>
        <p:nvSpPr>
          <p:cNvPr id="23" name="椭圆 13">
            <a:extLst>
              <a:ext uri="{FF2B5EF4-FFF2-40B4-BE49-F238E27FC236}">
                <a16:creationId xmlns:a16="http://schemas.microsoft.com/office/drawing/2014/main" id="{E88DD82C-5D92-5B33-E1FF-B7AC7C1DA2EA}"/>
              </a:ext>
            </a:extLst>
          </p:cNvPr>
          <p:cNvSpPr/>
          <p:nvPr/>
        </p:nvSpPr>
        <p:spPr>
          <a:xfrm>
            <a:off x="8588086" y="5151468"/>
            <a:ext cx="735671" cy="73567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贰</a:t>
            </a: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B9407CCC-9E90-3229-3707-47A2C2A914D3}"/>
              </a:ext>
            </a:extLst>
          </p:cNvPr>
          <p:cNvSpPr/>
          <p:nvPr/>
        </p:nvSpPr>
        <p:spPr>
          <a:xfrm>
            <a:off x="-79491" y="-4787"/>
            <a:ext cx="1779864" cy="1680262"/>
          </a:xfrm>
          <a:prstGeom prst="ellipse">
            <a:avLst/>
          </a:prstGeom>
          <a:blipFill rotWithShape="1">
            <a:blip r:embed="rId7"/>
            <a:stretch>
              <a:fillRect l="1" t="-1" r="-63171" b="-71079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74ADAB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19">
            <a:extLst>
              <a:ext uri="{FF2B5EF4-FFF2-40B4-BE49-F238E27FC236}">
                <a16:creationId xmlns:a16="http://schemas.microsoft.com/office/drawing/2014/main" id="{AB2AC4AA-2AC0-19BA-7466-8B3FA4AA8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62" y="-202821"/>
            <a:ext cx="3753421" cy="7765575"/>
          </a:xfrm>
          <a:prstGeom prst="rect">
            <a:avLst/>
          </a:prstGeom>
        </p:spPr>
      </p:pic>
      <p:pic>
        <p:nvPicPr>
          <p:cNvPr id="26" name="图片 6">
            <a:extLst>
              <a:ext uri="{FF2B5EF4-FFF2-40B4-BE49-F238E27FC236}">
                <a16:creationId xmlns:a16="http://schemas.microsoft.com/office/drawing/2014/main" id="{6147E32F-25EA-7AA8-A37B-E13024703B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750" y="735670"/>
            <a:ext cx="3100305" cy="6434505"/>
          </a:xfrm>
          <a:prstGeom prst="rect">
            <a:avLst/>
          </a:prstGeom>
        </p:spPr>
      </p:pic>
      <p:sp>
        <p:nvSpPr>
          <p:cNvPr id="28" name="文本框 4">
            <a:extLst>
              <a:ext uri="{FF2B5EF4-FFF2-40B4-BE49-F238E27FC236}">
                <a16:creationId xmlns:a16="http://schemas.microsoft.com/office/drawing/2014/main" id="{70A16773-DEF1-2BC0-D92E-DB7AD21FDA06}"/>
              </a:ext>
            </a:extLst>
          </p:cNvPr>
          <p:cNvSpPr txBox="1"/>
          <p:nvPr/>
        </p:nvSpPr>
        <p:spPr>
          <a:xfrm>
            <a:off x="-35375" y="4393696"/>
            <a:ext cx="1200329" cy="28737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4400" dirty="0">
                <a:solidFill>
                  <a:schemeClr val="bg1"/>
                </a:solidFill>
                <a:latin typeface="方正清刻本悦宋简体" panose="02010600030101010101" charset="-122"/>
                <a:ea typeface="方正清刻本悦宋简体" panose="02010600030101010101" charset="-122"/>
              </a:rPr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2479365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7000">
        <p14:ripple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" presetClass="entr" presetSubtype="9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0"/>
                            </p:stCondLst>
                            <p:childTnLst>
                              <p:par>
                                <p:cTn id="41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 animBg="1"/>
      <p:bldP spid="20" grpId="0"/>
      <p:bldP spid="23" grpId="0" animBg="1"/>
      <p:bldP spid="24" grpId="0" animBg="1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11">
            <a:extLst>
              <a:ext uri="{FF2B5EF4-FFF2-40B4-BE49-F238E27FC236}">
                <a16:creationId xmlns:a16="http://schemas.microsoft.com/office/drawing/2014/main" id="{CA1E82D7-AC5B-7FFA-1412-D6BE37E82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59" y="365108"/>
            <a:ext cx="3150910" cy="10767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29ABAE1-2A9F-C3CC-CC7A-60990756B3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329" y="255635"/>
            <a:ext cx="1295676" cy="1295676"/>
          </a:xfrm>
          <a:prstGeom prst="rect">
            <a:avLst/>
          </a:prstGeom>
        </p:spPr>
      </p:pic>
      <p:pic>
        <p:nvPicPr>
          <p:cNvPr id="17" name="图片 15">
            <a:extLst>
              <a:ext uri="{FF2B5EF4-FFF2-40B4-BE49-F238E27FC236}">
                <a16:creationId xmlns:a16="http://schemas.microsoft.com/office/drawing/2014/main" id="{6973EB46-F351-5D81-E4EB-5DF920081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53953" y="255635"/>
            <a:ext cx="1295676" cy="12956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776E66D-F278-917E-E0DD-371707E14ECF}"/>
              </a:ext>
            </a:extLst>
          </p:cNvPr>
          <p:cNvSpPr txBox="1"/>
          <p:nvPr/>
        </p:nvSpPr>
        <p:spPr>
          <a:xfrm>
            <a:off x="4782249" y="518751"/>
            <a:ext cx="2511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方正清刻本悦宋简体" panose="02010600030101010101" charset="-122"/>
                <a:ea typeface="方正清刻本悦宋简体" panose="02010600030101010101" charset="-122"/>
              </a:rPr>
              <a:t>输入标题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49C3EC-436E-6531-00E2-7AC4D0539ADA}"/>
              </a:ext>
            </a:extLst>
          </p:cNvPr>
          <p:cNvGrpSpPr/>
          <p:nvPr/>
        </p:nvGrpSpPr>
        <p:grpSpPr>
          <a:xfrm>
            <a:off x="4855037" y="1819252"/>
            <a:ext cx="8865516" cy="7971322"/>
            <a:chOff x="4855037" y="1819252"/>
            <a:chExt cx="8865516" cy="797132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737C7BC-4482-F41E-FF62-00F5B43958AF}"/>
                </a:ext>
              </a:extLst>
            </p:cNvPr>
            <p:cNvGrpSpPr/>
            <p:nvPr/>
          </p:nvGrpSpPr>
          <p:grpSpPr>
            <a:xfrm>
              <a:off x="4855037" y="2060228"/>
              <a:ext cx="8465828" cy="7489371"/>
              <a:chOff x="1374857" y="2101171"/>
              <a:chExt cx="8465828" cy="7489371"/>
            </a:xfrm>
          </p:grpSpPr>
          <p:sp>
            <p:nvSpPr>
              <p:cNvPr id="12" name="椭圆 1">
                <a:extLst>
                  <a:ext uri="{FF2B5EF4-FFF2-40B4-BE49-F238E27FC236}">
                    <a16:creationId xmlns:a16="http://schemas.microsoft.com/office/drawing/2014/main" id="{D120AABD-678F-7029-98BC-D63F328EC497}"/>
                  </a:ext>
                </a:extLst>
              </p:cNvPr>
              <p:cNvSpPr/>
              <p:nvPr/>
            </p:nvSpPr>
            <p:spPr>
              <a:xfrm>
                <a:off x="2351314" y="2101171"/>
                <a:ext cx="7489371" cy="748937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Microsoft JhengHei" panose="020B0604030504040204" pitchFamily="34" charset="-120"/>
                  <a:ea typeface="方正宋刻本秀楷简体" panose="02000000000000000000" pitchFamily="2" charset="-122"/>
                  <a:sym typeface="Microsoft JhengHei" panose="020B0604030504040204" pitchFamily="34" charset="-120"/>
                </a:endParaRPr>
              </a:p>
            </p:txBody>
          </p:sp>
          <p:pic>
            <p:nvPicPr>
              <p:cNvPr id="13" name="图片 3">
                <a:extLst>
                  <a:ext uri="{FF2B5EF4-FFF2-40B4-BE49-F238E27FC236}">
                    <a16:creationId xmlns:a16="http://schemas.microsoft.com/office/drawing/2014/main" id="{E488F912-E4EA-FD63-7A0E-F6D96EBCB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74857" y="3914354"/>
                <a:ext cx="8465828" cy="3644174"/>
              </a:xfrm>
              <a:prstGeom prst="rect">
                <a:avLst/>
              </a:prstGeom>
            </p:spPr>
          </p:pic>
          <p:pic>
            <p:nvPicPr>
              <p:cNvPr id="14" name="图片 6">
                <a:extLst>
                  <a:ext uri="{FF2B5EF4-FFF2-40B4-BE49-F238E27FC236}">
                    <a16:creationId xmlns:a16="http://schemas.microsoft.com/office/drawing/2014/main" id="{7BBB7634-2280-AF32-121D-D668A3C939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8081" b="92256" l="9851" r="89851">
                            <a14:foregroundMark x1="33134" y1="30976" x2="33134" y2="30976"/>
                            <a14:foregroundMark x1="37015" y1="43098" x2="37015" y2="43098"/>
                            <a14:foregroundMark x1="59701" y1="30303" x2="59701" y2="30303"/>
                            <a14:foregroundMark x1="64776" y1="29630" x2="64776" y2="29630"/>
                            <a14:foregroundMark x1="69552" y1="29293" x2="69552" y2="29293"/>
                            <a14:foregroundMark x1="66567" y1="39394" x2="66567" y2="39394"/>
                            <a14:foregroundMark x1="69552" y1="56229" x2="69552" y2="56229"/>
                            <a14:foregroundMark x1="71940" y1="60269" x2="71940" y2="60269"/>
                            <a14:foregroundMark x1="70746" y1="64646" x2="70746" y2="64646"/>
                            <a14:foregroundMark x1="14328" y1="27273" x2="14328" y2="27273"/>
                            <a14:foregroundMark x1="14627" y1="41414" x2="14627" y2="41414"/>
                            <a14:foregroundMark x1="14627" y1="63300" x2="14627" y2="63300"/>
                            <a14:foregroundMark x1="15522" y1="72391" x2="15522" y2="72391"/>
                            <a14:foregroundMark x1="67761" y1="92256" x2="67761" y2="92256"/>
                            <a14:foregroundMark x1="78507" y1="90909" x2="78507" y2="90909"/>
                            <a14:foregroundMark x1="85373" y1="70707" x2="85373" y2="70707"/>
                            <a14:foregroundMark x1="85970" y1="80808" x2="85970" y2="80808"/>
                            <a14:foregroundMark x1="85373" y1="83502" x2="85373" y2="83502"/>
                            <a14:foregroundMark x1="86567" y1="27273" x2="86567" y2="27273"/>
                            <a14:foregroundMark x1="79104" y1="8081" x2="79104" y2="8081"/>
                            <a14:foregroundMark x1="42687" y1="8754" x2="42687" y2="8754"/>
                          </a14:backgroundRemoval>
                        </a14:imgEffect>
                        <a14:imgEffect>
                          <a14:sharpenSoften amount="-5000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0177" y="3214406"/>
                <a:ext cx="484100" cy="429187"/>
              </a:xfrm>
              <a:prstGeom prst="rect">
                <a:avLst/>
              </a:prstGeom>
            </p:spPr>
          </p:pic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DDAAECF-5282-54E7-331C-91E187A97ECD}"/>
                </a:ext>
              </a:extLst>
            </p:cNvPr>
            <p:cNvSpPr/>
            <p:nvPr/>
          </p:nvSpPr>
          <p:spPr>
            <a:xfrm>
              <a:off x="5431805" y="1819252"/>
              <a:ext cx="8288748" cy="7971322"/>
            </a:xfrm>
            <a:custGeom>
              <a:avLst/>
              <a:gdLst>
                <a:gd name="connsiteX0" fmla="*/ 0 w 8288748"/>
                <a:gd name="connsiteY0" fmla="*/ 3985661 h 7971322"/>
                <a:gd name="connsiteX1" fmla="*/ 4144374 w 8288748"/>
                <a:gd name="connsiteY1" fmla="*/ 0 h 7971322"/>
                <a:gd name="connsiteX2" fmla="*/ 8288748 w 8288748"/>
                <a:gd name="connsiteY2" fmla="*/ 3985661 h 7971322"/>
                <a:gd name="connsiteX3" fmla="*/ 4144374 w 8288748"/>
                <a:gd name="connsiteY3" fmla="*/ 7971322 h 7971322"/>
                <a:gd name="connsiteX4" fmla="*/ 0 w 8288748"/>
                <a:gd name="connsiteY4" fmla="*/ 3985661 h 7971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8748" h="7971322" extrusionOk="0">
                  <a:moveTo>
                    <a:pt x="0" y="3985661"/>
                  </a:moveTo>
                  <a:cubicBezTo>
                    <a:pt x="65251" y="1293618"/>
                    <a:pt x="2208328" y="284217"/>
                    <a:pt x="4144374" y="0"/>
                  </a:cubicBezTo>
                  <a:cubicBezTo>
                    <a:pt x="6160605" y="-103087"/>
                    <a:pt x="8446179" y="1232442"/>
                    <a:pt x="8288748" y="3985661"/>
                  </a:cubicBezTo>
                  <a:cubicBezTo>
                    <a:pt x="8429301" y="6093979"/>
                    <a:pt x="6283147" y="8353801"/>
                    <a:pt x="4144374" y="7971322"/>
                  </a:cubicBezTo>
                  <a:cubicBezTo>
                    <a:pt x="1698835" y="8485835"/>
                    <a:pt x="319842" y="5905560"/>
                    <a:pt x="0" y="3985661"/>
                  </a:cubicBezTo>
                  <a:close/>
                </a:path>
              </a:pathLst>
            </a:custGeom>
            <a:noFill/>
            <a:ln w="57150">
              <a:solidFill>
                <a:schemeClr val="accent2">
                  <a:lumMod val="40000"/>
                  <a:lumOff val="6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426649898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9">
            <a:extLst>
              <a:ext uri="{FF2B5EF4-FFF2-40B4-BE49-F238E27FC236}">
                <a16:creationId xmlns:a16="http://schemas.microsoft.com/office/drawing/2014/main" id="{5D5B710D-3D61-7F28-7D9B-5F690E792811}"/>
              </a:ext>
            </a:extLst>
          </p:cNvPr>
          <p:cNvSpPr txBox="1"/>
          <p:nvPr/>
        </p:nvSpPr>
        <p:spPr>
          <a:xfrm>
            <a:off x="409649" y="1618240"/>
            <a:ext cx="4822311" cy="5197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  <a:p>
            <a:pPr>
              <a:lnSpc>
                <a:spcPct val="200000"/>
              </a:lnSpc>
            </a:pPr>
            <a:endParaRPr lang="zh-CN" altLang="en-US" sz="1400" dirty="0">
              <a:solidFill>
                <a:schemeClr val="bg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6">
            <a:extLst>
              <a:ext uri="{FF2B5EF4-FFF2-40B4-BE49-F238E27FC236}">
                <a16:creationId xmlns:a16="http://schemas.microsoft.com/office/drawing/2014/main" id="{5BBF6AE3-6920-F7B1-6804-23255BDFE2C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04" r="21238"/>
          <a:stretch/>
        </p:blipFill>
        <p:spPr>
          <a:xfrm rot="5400000">
            <a:off x="-403479" y="1377831"/>
            <a:ext cx="6857998" cy="7204954"/>
          </a:xfrm>
          <a:prstGeom prst="rtTriangle">
            <a:avLst/>
          </a:prstGeom>
        </p:spPr>
      </p:pic>
    </p:spTree>
    <p:extLst>
      <p:ext uri="{BB962C8B-B14F-4D97-AF65-F5344CB8AC3E}">
        <p14:creationId xmlns:p14="http://schemas.microsoft.com/office/powerpoint/2010/main" val="3500223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:dissolve/>
      </p:transition>
    </mc:Choice>
    <mc:Fallback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83D4E-7A5A-D467-DDB4-827FCA99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AD21254-E712-8D0F-DBE6-F276C4FDAB4A}"/>
              </a:ext>
            </a:extLst>
          </p:cNvPr>
          <p:cNvSpPr txBox="1"/>
          <p:nvPr/>
        </p:nvSpPr>
        <p:spPr>
          <a:xfrm>
            <a:off x="4062136" y="1296618"/>
            <a:ext cx="1431161" cy="34255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单击此处输入文本内容，单击此处输入文本内容，单击此处输入文本内容</a:t>
            </a:r>
          </a:p>
        </p:txBody>
      </p:sp>
      <p:pic>
        <p:nvPicPr>
          <p:cNvPr id="35" name="Picture 34" descr="A circular object with pink flowers&#10;&#10;Description automatically generated">
            <a:extLst>
              <a:ext uri="{FF2B5EF4-FFF2-40B4-BE49-F238E27FC236}">
                <a16:creationId xmlns:a16="http://schemas.microsoft.com/office/drawing/2014/main" id="{C4F3170E-4E4E-AB83-C2A5-9087FF5988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122" y="329902"/>
            <a:ext cx="4119770" cy="4119770"/>
          </a:xfrm>
          <a:prstGeom prst="rect">
            <a:avLst/>
          </a:prstGeom>
        </p:spPr>
      </p:pic>
      <p:sp>
        <p:nvSpPr>
          <p:cNvPr id="37" name="TextBox 2">
            <a:extLst>
              <a:ext uri="{FF2B5EF4-FFF2-40B4-BE49-F238E27FC236}">
                <a16:creationId xmlns:a16="http://schemas.microsoft.com/office/drawing/2014/main" id="{9A3129B4-E195-5C91-BE1E-7F71A45D06F4}"/>
              </a:ext>
            </a:extLst>
          </p:cNvPr>
          <p:cNvSpPr txBox="1"/>
          <p:nvPr/>
        </p:nvSpPr>
        <p:spPr>
          <a:xfrm>
            <a:off x="7890276" y="1138705"/>
            <a:ext cx="633980" cy="6555641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9600" dirty="0">
                <a:latin typeface="罗国成毛笔小行简体" panose="02010800040101010101" pitchFamily="2" charset="-122"/>
                <a:ea typeface="罗国成毛笔小行简体" panose="02010800040101010101" pitchFamily="2" charset="-122"/>
                <a:sym typeface="Microsoft JhengHei" panose="020B0604030504040204" pitchFamily="34" charset="-120"/>
              </a:rPr>
              <a:t>叁</a:t>
            </a:r>
          </a:p>
          <a:p>
            <a:endParaRPr lang="id-ID" altLang="zh-CN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  <a:p>
            <a:endParaRPr lang="id-ID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E24728CF-873E-4814-9888-476BA253CFD0}"/>
              </a:ext>
            </a:extLst>
          </p:cNvPr>
          <p:cNvSpPr/>
          <p:nvPr/>
        </p:nvSpPr>
        <p:spPr>
          <a:xfrm>
            <a:off x="382137" y="286603"/>
            <a:ext cx="11436824" cy="6185149"/>
          </a:xfrm>
          <a:prstGeom prst="frame">
            <a:avLst>
              <a:gd name="adj1" fmla="val 168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2" name="图片 9">
            <a:extLst>
              <a:ext uri="{FF2B5EF4-FFF2-40B4-BE49-F238E27FC236}">
                <a16:creationId xmlns:a16="http://schemas.microsoft.com/office/drawing/2014/main" id="{EDC669B9-0E65-0EF5-4B2E-78341E1A6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970" y="4071166"/>
            <a:ext cx="5890260" cy="3719830"/>
          </a:xfrm>
          <a:prstGeom prst="rect">
            <a:avLst/>
          </a:prstGeom>
        </p:spPr>
      </p:pic>
      <p:pic>
        <p:nvPicPr>
          <p:cNvPr id="47" name="图片 63" descr="046fd3231e3d87c90d7c35b7f0e9da0b">
            <a:extLst>
              <a:ext uri="{FF2B5EF4-FFF2-40B4-BE49-F238E27FC236}">
                <a16:creationId xmlns:a16="http://schemas.microsoft.com/office/drawing/2014/main" id="{B9B6B164-967D-16D8-76E0-0818FEF60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72" y="286603"/>
            <a:ext cx="1951629" cy="6103032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C038D67-17B5-7E1F-DAC5-68651249C697}"/>
              </a:ext>
            </a:extLst>
          </p:cNvPr>
          <p:cNvCxnSpPr/>
          <p:nvPr/>
        </p:nvCxnSpPr>
        <p:spPr>
          <a:xfrm>
            <a:off x="5493297" y="732662"/>
            <a:ext cx="8176" cy="4265808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86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7" grpId="0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EA13977-A2AA-E956-C6C7-9467370D18DD}"/>
              </a:ext>
            </a:extLst>
          </p:cNvPr>
          <p:cNvSpPr/>
          <p:nvPr/>
        </p:nvSpPr>
        <p:spPr>
          <a:xfrm>
            <a:off x="0" y="1343922"/>
            <a:ext cx="12192000" cy="471568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1A537B-F458-4F5E-A0D8-ECF51C4147EA}"/>
              </a:ext>
            </a:extLst>
          </p:cNvPr>
          <p:cNvSpPr/>
          <p:nvPr/>
        </p:nvSpPr>
        <p:spPr>
          <a:xfrm>
            <a:off x="1092645" y="1343922"/>
            <a:ext cx="4377123" cy="4715684"/>
          </a:xfrm>
          <a:prstGeom prst="rect">
            <a:avLst/>
          </a:prstGeom>
          <a:solidFill>
            <a:srgbClr val="C4CFDE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D7D177-0CFA-40BE-93A4-2B269DCB1B0F}"/>
              </a:ext>
            </a:extLst>
          </p:cNvPr>
          <p:cNvSpPr/>
          <p:nvPr/>
        </p:nvSpPr>
        <p:spPr>
          <a:xfrm>
            <a:off x="6815145" y="1343922"/>
            <a:ext cx="4377123" cy="4715684"/>
          </a:xfrm>
          <a:prstGeom prst="rect">
            <a:avLst/>
          </a:prstGeom>
          <a:solidFill>
            <a:srgbClr val="C4CFDE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3          _5"/>
          <p:cNvSpPr>
            <a:spLocks noChangeArrowheads="1"/>
          </p:cNvSpPr>
          <p:nvPr/>
        </p:nvSpPr>
        <p:spPr bwMode="auto">
          <a:xfrm>
            <a:off x="1174786" y="2162413"/>
            <a:ext cx="4212839" cy="2613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117" tIns="45561" rIns="91117" bIns="4556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400" spc="300" dirty="0">
                <a:solidFill>
                  <a:schemeClr val="bg2">
                    <a:lumMod val="10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  <a:p>
            <a:pPr defTabSz="91059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atin typeface="+mn-ea"/>
              <a:ea typeface="+mn-ea"/>
              <a:cs typeface="+mn-ea"/>
            </a:endParaRPr>
          </a:p>
          <a:p>
            <a:pPr defTabSz="91059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atin typeface="+mn-ea"/>
              <a:ea typeface="+mn-ea"/>
              <a:cs typeface="+mn-ea"/>
            </a:endParaRPr>
          </a:p>
          <a:p>
            <a:pPr defTabSz="91059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atin typeface="+mn-ea"/>
              <a:ea typeface="+mn-ea"/>
              <a:cs typeface="+mn-ea"/>
            </a:endParaRPr>
          </a:p>
        </p:txBody>
      </p:sp>
      <p:sp>
        <p:nvSpPr>
          <p:cNvPr id="10" name="椭圆 12">
            <a:extLst>
              <a:ext uri="{FF2B5EF4-FFF2-40B4-BE49-F238E27FC236}">
                <a16:creationId xmlns:a16="http://schemas.microsoft.com/office/drawing/2014/main" id="{E319C642-DDF1-C7F1-18F0-76A9BC77E573}"/>
              </a:ext>
            </a:extLst>
          </p:cNvPr>
          <p:cNvSpPr/>
          <p:nvPr/>
        </p:nvSpPr>
        <p:spPr>
          <a:xfrm>
            <a:off x="2802603" y="1350299"/>
            <a:ext cx="735671" cy="7356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壹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659A119-1BEA-3679-F82A-B4C50EE77E0A}"/>
              </a:ext>
            </a:extLst>
          </p:cNvPr>
          <p:cNvSpPr/>
          <p:nvPr/>
        </p:nvSpPr>
        <p:spPr>
          <a:xfrm>
            <a:off x="8635869" y="1358914"/>
            <a:ext cx="735671" cy="7356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贰</a:t>
            </a:r>
          </a:p>
        </p:txBody>
      </p:sp>
      <p:sp>
        <p:nvSpPr>
          <p:cNvPr id="16" name="3          _5">
            <a:extLst>
              <a:ext uri="{FF2B5EF4-FFF2-40B4-BE49-F238E27FC236}">
                <a16:creationId xmlns:a16="http://schemas.microsoft.com/office/drawing/2014/main" id="{948FEC24-CE46-00F1-6649-C1135955D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286" y="2162413"/>
            <a:ext cx="4212839" cy="2613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117" tIns="45561" rIns="91117" bIns="4556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400" spc="300" dirty="0">
                <a:solidFill>
                  <a:schemeClr val="bg2">
                    <a:lumMod val="10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  <a:p>
            <a:pPr defTabSz="91059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atin typeface="+mn-ea"/>
              <a:ea typeface="+mn-ea"/>
              <a:cs typeface="+mn-ea"/>
            </a:endParaRPr>
          </a:p>
          <a:p>
            <a:pPr defTabSz="91059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atin typeface="+mn-ea"/>
              <a:ea typeface="+mn-ea"/>
              <a:cs typeface="+mn-ea"/>
            </a:endParaRPr>
          </a:p>
          <a:p>
            <a:pPr defTabSz="91059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atin typeface="+mn-ea"/>
              <a:ea typeface="+mn-ea"/>
              <a:cs typeface="+mn-ea"/>
            </a:endParaRPr>
          </a:p>
        </p:txBody>
      </p:sp>
      <p:pic>
        <p:nvPicPr>
          <p:cNvPr id="18" name="图片 18">
            <a:extLst>
              <a:ext uri="{FF2B5EF4-FFF2-40B4-BE49-F238E27FC236}">
                <a16:creationId xmlns:a16="http://schemas.microsoft.com/office/drawing/2014/main" id="{4EF07DED-DEB3-CF7E-6427-BF6043F7B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611" y="450376"/>
            <a:ext cx="4087417" cy="66803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52EC74-904C-2198-BA79-2C6B682DB687}"/>
              </a:ext>
            </a:extLst>
          </p:cNvPr>
          <p:cNvSpPr txBox="1"/>
          <p:nvPr/>
        </p:nvSpPr>
        <p:spPr>
          <a:xfrm>
            <a:off x="4946022" y="272764"/>
            <a:ext cx="2511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方正清刻本悦宋简体" panose="02010600030101010101" charset="-122"/>
                <a:ea typeface="方正清刻本悦宋简体" panose="02010600030101010101" charset="-122"/>
              </a:rPr>
              <a:t>输入标题</a:t>
            </a:r>
          </a:p>
        </p:txBody>
      </p:sp>
      <p:pic>
        <p:nvPicPr>
          <p:cNvPr id="2" name="图片 12">
            <a:extLst>
              <a:ext uri="{FF2B5EF4-FFF2-40B4-BE49-F238E27FC236}">
                <a16:creationId xmlns:a16="http://schemas.microsoft.com/office/drawing/2014/main" id="{A484393B-57B9-4626-9A42-A71ED7CFCD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06" b="-249"/>
          <a:stretch/>
        </p:blipFill>
        <p:spPr>
          <a:xfrm>
            <a:off x="0" y="5232536"/>
            <a:ext cx="12192000" cy="165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12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9000">
        <p:checker/>
      </p:transition>
    </mc:Choice>
    <mc:Fallback>
      <p:transition spd="slow" advTm="900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 animBg="1"/>
      <p:bldP spid="13" grpId="0" animBg="1"/>
      <p:bldP spid="3" grpId="0"/>
      <p:bldP spid="10" grpId="0" animBg="1"/>
      <p:bldP spid="14" grpId="0" animBg="1"/>
      <p:bldP spid="16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13A8C35-79D0-8467-339F-879258D8D61F}"/>
              </a:ext>
            </a:extLst>
          </p:cNvPr>
          <p:cNvGrpSpPr/>
          <p:nvPr/>
        </p:nvGrpSpPr>
        <p:grpSpPr>
          <a:xfrm>
            <a:off x="2066357" y="1550745"/>
            <a:ext cx="2721310" cy="2161635"/>
            <a:chOff x="3543617" y="3187944"/>
            <a:chExt cx="6212840" cy="4935084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6B201055-17F1-6755-1AB4-7DAAAD6C4C1F}"/>
                </a:ext>
              </a:extLst>
            </p:cNvPr>
            <p:cNvGrpSpPr/>
            <p:nvPr/>
          </p:nvGrpSpPr>
          <p:grpSpPr>
            <a:xfrm>
              <a:off x="3543617" y="3316212"/>
              <a:ext cx="4806816" cy="4806816"/>
              <a:chOff x="2770822" y="2470150"/>
              <a:chExt cx="6431280" cy="6431280"/>
            </a:xfrm>
          </p:grpSpPr>
          <p:sp>
            <p:nvSpPr>
              <p:cNvPr id="18" name="椭圆 4">
                <a:extLst>
                  <a:ext uri="{FF2B5EF4-FFF2-40B4-BE49-F238E27FC236}">
                    <a16:creationId xmlns:a16="http://schemas.microsoft.com/office/drawing/2014/main" id="{64A17CDE-97C1-0274-B4AE-6E5E7DF19078}"/>
                  </a:ext>
                </a:extLst>
              </p:cNvPr>
              <p:cNvSpPr/>
              <p:nvPr/>
            </p:nvSpPr>
            <p:spPr>
              <a:xfrm>
                <a:off x="3316922" y="3016250"/>
                <a:ext cx="5339080" cy="5339080"/>
              </a:xfrm>
              <a:prstGeom prst="ellipse">
                <a:avLst/>
              </a:prstGeom>
              <a:blipFill rotWithShape="1">
                <a:blip r:embed="rId5">
                  <a:duotone>
                    <a:prstClr val="black"/>
                    <a:schemeClr val="accent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5">
                <a:extLst>
                  <a:ext uri="{FF2B5EF4-FFF2-40B4-BE49-F238E27FC236}">
                    <a16:creationId xmlns:a16="http://schemas.microsoft.com/office/drawing/2014/main" id="{2B86B9E9-8583-E63D-936A-C06880FCD0FB}"/>
                  </a:ext>
                </a:extLst>
              </p:cNvPr>
              <p:cNvSpPr/>
              <p:nvPr/>
            </p:nvSpPr>
            <p:spPr>
              <a:xfrm>
                <a:off x="2770822" y="2470150"/>
                <a:ext cx="6431280" cy="6431280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  <a:effectLst>
                <a:outerShdw blurRad="2286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7" name="图片 7">
              <a:extLst>
                <a:ext uri="{FF2B5EF4-FFF2-40B4-BE49-F238E27FC236}">
                  <a16:creationId xmlns:a16="http://schemas.microsoft.com/office/drawing/2014/main" id="{D301D78F-4C90-952E-BF9B-424091C41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lumMod val="20000"/>
                  <a:lumOff val="8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4804087" y="2241300"/>
              <a:ext cx="4005726" cy="589901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A73A0F-A75D-CB16-05D8-38F0DC9876FB}"/>
              </a:ext>
            </a:extLst>
          </p:cNvPr>
          <p:cNvGrpSpPr/>
          <p:nvPr/>
        </p:nvGrpSpPr>
        <p:grpSpPr>
          <a:xfrm>
            <a:off x="8371042" y="1543123"/>
            <a:ext cx="2721310" cy="2161635"/>
            <a:chOff x="3543617" y="3187944"/>
            <a:chExt cx="6212840" cy="4935084"/>
          </a:xfrm>
        </p:grpSpPr>
        <p:grpSp>
          <p:nvGrpSpPr>
            <p:cNvPr id="26" name="组合 15">
              <a:extLst>
                <a:ext uri="{FF2B5EF4-FFF2-40B4-BE49-F238E27FC236}">
                  <a16:creationId xmlns:a16="http://schemas.microsoft.com/office/drawing/2014/main" id="{16751714-1242-FE1D-1651-12D2C36349C1}"/>
                </a:ext>
              </a:extLst>
            </p:cNvPr>
            <p:cNvGrpSpPr/>
            <p:nvPr/>
          </p:nvGrpSpPr>
          <p:grpSpPr>
            <a:xfrm>
              <a:off x="3543617" y="3316212"/>
              <a:ext cx="4806816" cy="4806816"/>
              <a:chOff x="2770822" y="2470150"/>
              <a:chExt cx="6431280" cy="6431280"/>
            </a:xfrm>
          </p:grpSpPr>
          <p:sp>
            <p:nvSpPr>
              <p:cNvPr id="28" name="椭圆 4">
                <a:extLst>
                  <a:ext uri="{FF2B5EF4-FFF2-40B4-BE49-F238E27FC236}">
                    <a16:creationId xmlns:a16="http://schemas.microsoft.com/office/drawing/2014/main" id="{869F425E-C39A-DC77-94AD-90A100A0E8E5}"/>
                  </a:ext>
                </a:extLst>
              </p:cNvPr>
              <p:cNvSpPr/>
              <p:nvPr/>
            </p:nvSpPr>
            <p:spPr>
              <a:xfrm>
                <a:off x="3316922" y="3016250"/>
                <a:ext cx="5339080" cy="5339080"/>
              </a:xfrm>
              <a:prstGeom prst="ellipse">
                <a:avLst/>
              </a:prstGeom>
              <a:blipFill rotWithShape="1">
                <a:blip r:embed="rId5">
                  <a:duotone>
                    <a:prstClr val="black"/>
                    <a:schemeClr val="accent4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5">
                <a:extLst>
                  <a:ext uri="{FF2B5EF4-FFF2-40B4-BE49-F238E27FC236}">
                    <a16:creationId xmlns:a16="http://schemas.microsoft.com/office/drawing/2014/main" id="{74D93665-F402-C186-D7BB-5C130DE3C926}"/>
                  </a:ext>
                </a:extLst>
              </p:cNvPr>
              <p:cNvSpPr/>
              <p:nvPr/>
            </p:nvSpPr>
            <p:spPr>
              <a:xfrm>
                <a:off x="2770822" y="2470150"/>
                <a:ext cx="6431280" cy="6431280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  <a:effectLst>
                <a:outerShdw blurRad="2286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7" name="图片 7">
              <a:extLst>
                <a:ext uri="{FF2B5EF4-FFF2-40B4-BE49-F238E27FC236}">
                  <a16:creationId xmlns:a16="http://schemas.microsoft.com/office/drawing/2014/main" id="{D8781BD5-FDC4-694E-E18B-28CFB3BE2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lumMod val="40000"/>
                  <a:lumOff val="6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4804087" y="2241300"/>
              <a:ext cx="4005726" cy="5899014"/>
            </a:xfrm>
            <a:prstGeom prst="rect">
              <a:avLst/>
            </a:prstGeom>
          </p:spPr>
        </p:pic>
      </p:grpSp>
      <p:sp>
        <p:nvSpPr>
          <p:cNvPr id="30" name="文本框 10">
            <a:extLst>
              <a:ext uri="{FF2B5EF4-FFF2-40B4-BE49-F238E27FC236}">
                <a16:creationId xmlns:a16="http://schemas.microsoft.com/office/drawing/2014/main" id="{F97F84E0-558F-BD65-285E-0A45C7BD00F5}"/>
              </a:ext>
            </a:extLst>
          </p:cNvPr>
          <p:cNvSpPr txBox="1"/>
          <p:nvPr/>
        </p:nvSpPr>
        <p:spPr>
          <a:xfrm>
            <a:off x="2288308" y="3768563"/>
            <a:ext cx="174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此处输入标题</a:t>
            </a:r>
          </a:p>
        </p:txBody>
      </p:sp>
      <p:sp>
        <p:nvSpPr>
          <p:cNvPr id="31" name="矩形 9">
            <a:extLst>
              <a:ext uri="{FF2B5EF4-FFF2-40B4-BE49-F238E27FC236}">
                <a16:creationId xmlns:a16="http://schemas.microsoft.com/office/drawing/2014/main" id="{D4807978-CED7-7E66-DF36-7EF69A98BDE0}"/>
              </a:ext>
            </a:extLst>
          </p:cNvPr>
          <p:cNvSpPr/>
          <p:nvPr/>
        </p:nvSpPr>
        <p:spPr>
          <a:xfrm>
            <a:off x="2066018" y="4161755"/>
            <a:ext cx="2166637" cy="110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/>
              </a:rPr>
              <a:t>设计师可以使用他们喜欢的任意素材在此填充，如果没有特定的素材，设计师可以使用默认素材。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88B691-C685-E0AC-A934-2F9D30FE8D4C}"/>
              </a:ext>
            </a:extLst>
          </p:cNvPr>
          <p:cNvGrpSpPr/>
          <p:nvPr/>
        </p:nvGrpSpPr>
        <p:grpSpPr>
          <a:xfrm rot="10800000">
            <a:off x="4622584" y="3237639"/>
            <a:ext cx="2721310" cy="2161635"/>
            <a:chOff x="3543617" y="3187944"/>
            <a:chExt cx="6212840" cy="4935084"/>
          </a:xfrm>
        </p:grpSpPr>
        <p:grpSp>
          <p:nvGrpSpPr>
            <p:cNvPr id="21" name="组合 15">
              <a:extLst>
                <a:ext uri="{FF2B5EF4-FFF2-40B4-BE49-F238E27FC236}">
                  <a16:creationId xmlns:a16="http://schemas.microsoft.com/office/drawing/2014/main" id="{6341FD14-8C02-03F5-1DF7-D74DD25ED16B}"/>
                </a:ext>
              </a:extLst>
            </p:cNvPr>
            <p:cNvGrpSpPr/>
            <p:nvPr/>
          </p:nvGrpSpPr>
          <p:grpSpPr>
            <a:xfrm>
              <a:off x="3543617" y="3316212"/>
              <a:ext cx="4806816" cy="4806816"/>
              <a:chOff x="2770822" y="2470150"/>
              <a:chExt cx="6431280" cy="6431280"/>
            </a:xfrm>
          </p:grpSpPr>
          <p:sp>
            <p:nvSpPr>
              <p:cNvPr id="23" name="椭圆 4">
                <a:extLst>
                  <a:ext uri="{FF2B5EF4-FFF2-40B4-BE49-F238E27FC236}">
                    <a16:creationId xmlns:a16="http://schemas.microsoft.com/office/drawing/2014/main" id="{25BA4257-892A-5EA2-0D5B-B55CDBE9692C}"/>
                  </a:ext>
                </a:extLst>
              </p:cNvPr>
              <p:cNvSpPr/>
              <p:nvPr/>
            </p:nvSpPr>
            <p:spPr>
              <a:xfrm>
                <a:off x="3316922" y="3016250"/>
                <a:ext cx="5339080" cy="5339080"/>
              </a:xfrm>
              <a:prstGeom prst="ellipse">
                <a:avLst/>
              </a:prstGeom>
              <a:blipFill rotWithShape="1">
                <a:blip r:embed="rId5">
                  <a:duotone>
                    <a:prstClr val="black"/>
                    <a:schemeClr val="accent4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tile tx="0" ty="0" sx="100000" sy="100000" flip="none" algn="tl"/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5">
                <a:extLst>
                  <a:ext uri="{FF2B5EF4-FFF2-40B4-BE49-F238E27FC236}">
                    <a16:creationId xmlns:a16="http://schemas.microsoft.com/office/drawing/2014/main" id="{D875AE85-402F-E882-B80A-AD8B5E34FCA1}"/>
                  </a:ext>
                </a:extLst>
              </p:cNvPr>
              <p:cNvSpPr/>
              <p:nvPr/>
            </p:nvSpPr>
            <p:spPr>
              <a:xfrm>
                <a:off x="2770822" y="2470150"/>
                <a:ext cx="6431280" cy="6431280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  <a:effectLst>
                <a:outerShdw blurRad="2286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2" name="图片 7">
              <a:extLst>
                <a:ext uri="{FF2B5EF4-FFF2-40B4-BE49-F238E27FC236}">
                  <a16:creationId xmlns:a16="http://schemas.microsoft.com/office/drawing/2014/main" id="{82F8C661-2AD0-9431-06D7-235A6E5F7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lumMod val="20000"/>
                  <a:lumOff val="8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4804087" y="2241300"/>
              <a:ext cx="4005726" cy="5899014"/>
            </a:xfrm>
            <a:prstGeom prst="rect">
              <a:avLst/>
            </a:prstGeom>
          </p:spPr>
        </p:pic>
      </p:grpSp>
      <p:sp>
        <p:nvSpPr>
          <p:cNvPr id="32" name="文本框 10">
            <a:extLst>
              <a:ext uri="{FF2B5EF4-FFF2-40B4-BE49-F238E27FC236}">
                <a16:creationId xmlns:a16="http://schemas.microsoft.com/office/drawing/2014/main" id="{1D972C62-6DDB-51A8-4ACA-305DDF049063}"/>
              </a:ext>
            </a:extLst>
          </p:cNvPr>
          <p:cNvSpPr txBox="1"/>
          <p:nvPr/>
        </p:nvSpPr>
        <p:spPr>
          <a:xfrm>
            <a:off x="5423226" y="1643269"/>
            <a:ext cx="174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此处输入标题</a:t>
            </a:r>
          </a:p>
        </p:txBody>
      </p:sp>
      <p:sp>
        <p:nvSpPr>
          <p:cNvPr id="33" name="矩形 9">
            <a:extLst>
              <a:ext uri="{FF2B5EF4-FFF2-40B4-BE49-F238E27FC236}">
                <a16:creationId xmlns:a16="http://schemas.microsoft.com/office/drawing/2014/main" id="{3A86E694-F103-FC91-0310-3B2BB3FD7605}"/>
              </a:ext>
            </a:extLst>
          </p:cNvPr>
          <p:cNvSpPr/>
          <p:nvPr/>
        </p:nvSpPr>
        <p:spPr>
          <a:xfrm>
            <a:off x="5155505" y="2032168"/>
            <a:ext cx="2166637" cy="110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/>
              </a:rPr>
              <a:t>设计师可以使用他们喜欢的任意素材在此填充，如果没有特定的素材，设计师可以使用默认素材。</a:t>
            </a:r>
          </a:p>
        </p:txBody>
      </p:sp>
      <p:sp>
        <p:nvSpPr>
          <p:cNvPr id="34" name="文本框 10">
            <a:extLst>
              <a:ext uri="{FF2B5EF4-FFF2-40B4-BE49-F238E27FC236}">
                <a16:creationId xmlns:a16="http://schemas.microsoft.com/office/drawing/2014/main" id="{6ADE6468-A29C-2D4E-9CD8-60C20CF52F5D}"/>
              </a:ext>
            </a:extLst>
          </p:cNvPr>
          <p:cNvSpPr txBox="1"/>
          <p:nvPr/>
        </p:nvSpPr>
        <p:spPr>
          <a:xfrm>
            <a:off x="8557455" y="3784241"/>
            <a:ext cx="174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此处输入标题</a:t>
            </a:r>
          </a:p>
        </p:txBody>
      </p:sp>
      <p:sp>
        <p:nvSpPr>
          <p:cNvPr id="35" name="矩形 9">
            <a:extLst>
              <a:ext uri="{FF2B5EF4-FFF2-40B4-BE49-F238E27FC236}">
                <a16:creationId xmlns:a16="http://schemas.microsoft.com/office/drawing/2014/main" id="{DAC86DF7-AA25-3581-4009-A6D3B7836AD5}"/>
              </a:ext>
            </a:extLst>
          </p:cNvPr>
          <p:cNvSpPr/>
          <p:nvPr/>
        </p:nvSpPr>
        <p:spPr>
          <a:xfrm>
            <a:off x="8345957" y="4176809"/>
            <a:ext cx="2166637" cy="110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/>
              </a:rPr>
              <a:t>设计师可以使用他们喜欢的任意素材在此填充，如果没有特定的素材，设计师可以使用默认素材。</a:t>
            </a:r>
          </a:p>
        </p:txBody>
      </p:sp>
      <p:grpSp>
        <p:nvGrpSpPr>
          <p:cNvPr id="36" name="组合 25">
            <a:extLst>
              <a:ext uri="{FF2B5EF4-FFF2-40B4-BE49-F238E27FC236}">
                <a16:creationId xmlns:a16="http://schemas.microsoft.com/office/drawing/2014/main" id="{084EA58A-56D4-8ACB-A79D-84CD44DA574A}"/>
              </a:ext>
            </a:extLst>
          </p:cNvPr>
          <p:cNvGrpSpPr/>
          <p:nvPr/>
        </p:nvGrpSpPr>
        <p:grpSpPr>
          <a:xfrm>
            <a:off x="0" y="6093279"/>
            <a:ext cx="12192000" cy="932996"/>
            <a:chOff x="0" y="6093279"/>
            <a:chExt cx="12192000" cy="932996"/>
          </a:xfrm>
        </p:grpSpPr>
        <p:pic>
          <p:nvPicPr>
            <p:cNvPr id="37" name="图片 20">
              <a:extLst>
                <a:ext uri="{FF2B5EF4-FFF2-40B4-BE49-F238E27FC236}">
                  <a16:creationId xmlns:a16="http://schemas.microsoft.com/office/drawing/2014/main" id="{CB21EFF2-7E74-0C70-3FEA-69AEE3B40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93279"/>
              <a:ext cx="5128366" cy="895350"/>
            </a:xfrm>
            <a:prstGeom prst="rect">
              <a:avLst/>
            </a:prstGeom>
          </p:spPr>
        </p:pic>
        <p:pic>
          <p:nvPicPr>
            <p:cNvPr id="38" name="图片 23">
              <a:extLst>
                <a:ext uri="{FF2B5EF4-FFF2-40B4-BE49-F238E27FC236}">
                  <a16:creationId xmlns:a16="http://schemas.microsoft.com/office/drawing/2014/main" id="{3B3178AE-624F-6633-DE0C-25144A674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983223" y="6093279"/>
              <a:ext cx="5128366" cy="895350"/>
            </a:xfrm>
            <a:prstGeom prst="rect">
              <a:avLst/>
            </a:prstGeom>
          </p:spPr>
        </p:pic>
        <p:pic>
          <p:nvPicPr>
            <p:cNvPr id="39" name="图片 24">
              <a:extLst>
                <a:ext uri="{FF2B5EF4-FFF2-40B4-BE49-F238E27FC236}">
                  <a16:creationId xmlns:a16="http://schemas.microsoft.com/office/drawing/2014/main" id="{C207AEE0-A66D-7F2E-4468-D8A98B504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433"/>
            <a:stretch>
              <a:fillRect/>
            </a:stretch>
          </p:blipFill>
          <p:spPr>
            <a:xfrm>
              <a:off x="10111589" y="6130925"/>
              <a:ext cx="2080411" cy="895350"/>
            </a:xfrm>
            <a:prstGeom prst="rect">
              <a:avLst/>
            </a:prstGeom>
          </p:spPr>
        </p:pic>
      </p:grpSp>
      <p:grpSp>
        <p:nvGrpSpPr>
          <p:cNvPr id="40" name="组合 25">
            <a:extLst>
              <a:ext uri="{FF2B5EF4-FFF2-40B4-BE49-F238E27FC236}">
                <a16:creationId xmlns:a16="http://schemas.microsoft.com/office/drawing/2014/main" id="{29F99D9B-5E8A-AD68-4DE6-465A5791EAC7}"/>
              </a:ext>
            </a:extLst>
          </p:cNvPr>
          <p:cNvGrpSpPr/>
          <p:nvPr/>
        </p:nvGrpSpPr>
        <p:grpSpPr>
          <a:xfrm flipV="1">
            <a:off x="0" y="-117635"/>
            <a:ext cx="12192000" cy="932996"/>
            <a:chOff x="0" y="6093279"/>
            <a:chExt cx="12192000" cy="932996"/>
          </a:xfrm>
        </p:grpSpPr>
        <p:pic>
          <p:nvPicPr>
            <p:cNvPr id="41" name="图片 20">
              <a:extLst>
                <a:ext uri="{FF2B5EF4-FFF2-40B4-BE49-F238E27FC236}">
                  <a16:creationId xmlns:a16="http://schemas.microsoft.com/office/drawing/2014/main" id="{A9CEA2A0-0F21-404D-EDDE-6CEFA641F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93279"/>
              <a:ext cx="5128366" cy="895350"/>
            </a:xfrm>
            <a:prstGeom prst="rect">
              <a:avLst/>
            </a:prstGeom>
          </p:spPr>
        </p:pic>
        <p:pic>
          <p:nvPicPr>
            <p:cNvPr id="42" name="图片 23">
              <a:extLst>
                <a:ext uri="{FF2B5EF4-FFF2-40B4-BE49-F238E27FC236}">
                  <a16:creationId xmlns:a16="http://schemas.microsoft.com/office/drawing/2014/main" id="{6B32A97D-A346-8BE9-0F8F-E3A7B6B7A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983223" y="6093279"/>
              <a:ext cx="5128366" cy="895350"/>
            </a:xfrm>
            <a:prstGeom prst="rect">
              <a:avLst/>
            </a:prstGeom>
          </p:spPr>
        </p:pic>
        <p:pic>
          <p:nvPicPr>
            <p:cNvPr id="43" name="图片 24">
              <a:extLst>
                <a:ext uri="{FF2B5EF4-FFF2-40B4-BE49-F238E27FC236}">
                  <a16:creationId xmlns:a16="http://schemas.microsoft.com/office/drawing/2014/main" id="{DA3D11C1-4D74-80A4-0E45-E52F6E9CA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433"/>
            <a:stretch>
              <a:fillRect/>
            </a:stretch>
          </p:blipFill>
          <p:spPr>
            <a:xfrm>
              <a:off x="10111589" y="6130925"/>
              <a:ext cx="2080411" cy="8953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DACE72-42AA-FA54-BFBF-1363708490E2}"/>
              </a:ext>
            </a:extLst>
          </p:cNvPr>
          <p:cNvGrpSpPr/>
          <p:nvPr/>
        </p:nvGrpSpPr>
        <p:grpSpPr>
          <a:xfrm>
            <a:off x="1816192" y="1396203"/>
            <a:ext cx="2595349" cy="4114306"/>
            <a:chOff x="1815152" y="1458726"/>
            <a:chExt cx="2595349" cy="411430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2EE0731-F94E-6FC6-98AF-76CB52B45CC8}"/>
                </a:ext>
              </a:extLst>
            </p:cNvPr>
            <p:cNvCxnSpPr/>
            <p:nvPr/>
          </p:nvCxnSpPr>
          <p:spPr>
            <a:xfrm flipV="1">
              <a:off x="1815152" y="2756848"/>
              <a:ext cx="0" cy="279779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4361A6F-BEF0-E623-94E6-7500707E1AB2}"/>
                </a:ext>
              </a:extLst>
            </p:cNvPr>
            <p:cNvCxnSpPr/>
            <p:nvPr/>
          </p:nvCxnSpPr>
          <p:spPr>
            <a:xfrm flipV="1">
              <a:off x="4410501" y="2775241"/>
              <a:ext cx="0" cy="279779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1C861815-07B6-39BD-FCB8-1B876EAB71B0}"/>
                </a:ext>
              </a:extLst>
            </p:cNvPr>
            <p:cNvSpPr/>
            <p:nvPr/>
          </p:nvSpPr>
          <p:spPr>
            <a:xfrm>
              <a:off x="1816247" y="1458726"/>
              <a:ext cx="2594254" cy="2470720"/>
            </a:xfrm>
            <a:prstGeom prst="arc">
              <a:avLst>
                <a:gd name="adj1" fmla="val 10539766"/>
                <a:gd name="adj2" fmla="val 210422"/>
              </a:avLst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F52E58-B0CE-4059-16F0-3A9BAAFEB719}"/>
              </a:ext>
            </a:extLst>
          </p:cNvPr>
          <p:cNvGrpSpPr/>
          <p:nvPr/>
        </p:nvGrpSpPr>
        <p:grpSpPr>
          <a:xfrm flipV="1">
            <a:off x="4993492" y="1440333"/>
            <a:ext cx="2595349" cy="4114306"/>
            <a:chOff x="1815152" y="1458726"/>
            <a:chExt cx="2595349" cy="4114306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4E6AF2E-C26A-230B-468D-0BE127E82302}"/>
                </a:ext>
              </a:extLst>
            </p:cNvPr>
            <p:cNvCxnSpPr/>
            <p:nvPr/>
          </p:nvCxnSpPr>
          <p:spPr>
            <a:xfrm flipV="1">
              <a:off x="1815152" y="2756848"/>
              <a:ext cx="0" cy="279779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28054F-5E7D-69BB-6E12-6AC3FCFFEECB}"/>
                </a:ext>
              </a:extLst>
            </p:cNvPr>
            <p:cNvCxnSpPr/>
            <p:nvPr/>
          </p:nvCxnSpPr>
          <p:spPr>
            <a:xfrm flipV="1">
              <a:off x="4410501" y="2775241"/>
              <a:ext cx="0" cy="279779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4AE465DB-CE64-5965-6740-837FBC0E221B}"/>
                </a:ext>
              </a:extLst>
            </p:cNvPr>
            <p:cNvSpPr/>
            <p:nvPr/>
          </p:nvSpPr>
          <p:spPr>
            <a:xfrm>
              <a:off x="1816247" y="1458726"/>
              <a:ext cx="2594254" cy="2470720"/>
            </a:xfrm>
            <a:prstGeom prst="arc">
              <a:avLst>
                <a:gd name="adj1" fmla="val 10539766"/>
                <a:gd name="adj2" fmla="val 210422"/>
              </a:avLst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434999B-B2FE-E06A-D114-6A9A70DCC50E}"/>
              </a:ext>
            </a:extLst>
          </p:cNvPr>
          <p:cNvGrpSpPr/>
          <p:nvPr/>
        </p:nvGrpSpPr>
        <p:grpSpPr>
          <a:xfrm>
            <a:off x="8122939" y="1355202"/>
            <a:ext cx="2595350" cy="4118370"/>
            <a:chOff x="1815151" y="1454662"/>
            <a:chExt cx="2595350" cy="411837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E053A84-2265-6D70-DF6D-80E28C8C577A}"/>
                </a:ext>
              </a:extLst>
            </p:cNvPr>
            <p:cNvCxnSpPr/>
            <p:nvPr/>
          </p:nvCxnSpPr>
          <p:spPr>
            <a:xfrm flipV="1">
              <a:off x="1815152" y="2756848"/>
              <a:ext cx="0" cy="279779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AC35457-D199-FD31-2ACD-B0433333CD84}"/>
                </a:ext>
              </a:extLst>
            </p:cNvPr>
            <p:cNvCxnSpPr/>
            <p:nvPr/>
          </p:nvCxnSpPr>
          <p:spPr>
            <a:xfrm flipV="1">
              <a:off x="4410501" y="2775241"/>
              <a:ext cx="0" cy="2797791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21D8D0E6-02F3-2252-4570-D52B2961139C}"/>
                </a:ext>
              </a:extLst>
            </p:cNvPr>
            <p:cNvSpPr/>
            <p:nvPr/>
          </p:nvSpPr>
          <p:spPr>
            <a:xfrm>
              <a:off x="1815151" y="1454662"/>
              <a:ext cx="2595348" cy="2474604"/>
            </a:xfrm>
            <a:prstGeom prst="arc">
              <a:avLst>
                <a:gd name="adj1" fmla="val 10587220"/>
                <a:gd name="adj2" fmla="val 224321"/>
              </a:avLst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0" name="图片 19">
            <a:extLst>
              <a:ext uri="{FF2B5EF4-FFF2-40B4-BE49-F238E27FC236}">
                <a16:creationId xmlns:a16="http://schemas.microsoft.com/office/drawing/2014/main" id="{677BCD04-6875-06DE-1231-3CBE394C99DB}"/>
              </a:ext>
            </a:extLst>
          </p:cNvPr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3631936" y="4841800"/>
            <a:ext cx="1298985" cy="1298985"/>
          </a:xfrm>
          <a:prstGeom prst="rect">
            <a:avLst/>
          </a:prstGeom>
        </p:spPr>
      </p:pic>
      <p:pic>
        <p:nvPicPr>
          <p:cNvPr id="61" name="图片 17">
            <a:extLst>
              <a:ext uri="{FF2B5EF4-FFF2-40B4-BE49-F238E27FC236}">
                <a16:creationId xmlns:a16="http://schemas.microsoft.com/office/drawing/2014/main" id="{BD7F0D38-5497-C364-0E59-FA1DF886ECBC}"/>
              </a:ext>
            </a:extLst>
          </p:cNvPr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>
          <a:xfrm>
            <a:off x="4202996" y="608886"/>
            <a:ext cx="1547455" cy="1547455"/>
          </a:xfrm>
          <a:prstGeom prst="rect">
            <a:avLst/>
          </a:prstGeom>
        </p:spPr>
      </p:pic>
      <p:pic>
        <p:nvPicPr>
          <p:cNvPr id="62" name="图片 16">
            <a:extLst>
              <a:ext uri="{FF2B5EF4-FFF2-40B4-BE49-F238E27FC236}">
                <a16:creationId xmlns:a16="http://schemas.microsoft.com/office/drawing/2014/main" id="{155586C4-D232-01D9-E0DF-246B5BD8DAD0}"/>
              </a:ext>
            </a:extLst>
          </p:cNvPr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10125982" y="4716650"/>
            <a:ext cx="1298985" cy="1298985"/>
          </a:xfrm>
          <a:prstGeom prst="rect">
            <a:avLst/>
          </a:prstGeom>
        </p:spPr>
      </p:pic>
      <p:pic>
        <p:nvPicPr>
          <p:cNvPr id="63" name="麦振鸿 - 痴颜 (纯音乐) [mqms2]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780442" y="62886"/>
            <a:ext cx="622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082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6000">
        <p15:prstTrans prst="wind"/>
      </p:transition>
    </mc:Choice>
    <mc:Fallback>
      <p:transition spd="slow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0"/>
                            </p:stCondLst>
                            <p:childTnLst>
                              <p:par>
                                <p:cTn id="46" presetID="1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9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3000"/>
                            </p:stCondLst>
                            <p:childTnLst>
                              <p:par>
                                <p:cTn id="65" presetID="1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6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9" dur="1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8F267-8B1E-EFF4-6F14-B1E5337D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8B41A3B7-2257-D32F-D270-BC72E3ED4BF3}"/>
              </a:ext>
            </a:extLst>
          </p:cNvPr>
          <p:cNvSpPr txBox="1"/>
          <p:nvPr/>
        </p:nvSpPr>
        <p:spPr>
          <a:xfrm>
            <a:off x="4062136" y="1296618"/>
            <a:ext cx="1431161" cy="34255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单击此处输入文本内容，单击此处输入文本内容，单击此处输入文本内容</a:t>
            </a:r>
          </a:p>
        </p:txBody>
      </p:sp>
      <p:pic>
        <p:nvPicPr>
          <p:cNvPr id="35" name="Picture 34" descr="A circular object with pink flowers&#10;&#10;Description automatically generated">
            <a:extLst>
              <a:ext uri="{FF2B5EF4-FFF2-40B4-BE49-F238E27FC236}">
                <a16:creationId xmlns:a16="http://schemas.microsoft.com/office/drawing/2014/main" id="{396FC596-DE48-CE29-628B-CDEAE31AEA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122" y="329902"/>
            <a:ext cx="4119770" cy="4119770"/>
          </a:xfrm>
          <a:prstGeom prst="rect">
            <a:avLst/>
          </a:prstGeom>
        </p:spPr>
      </p:pic>
      <p:sp>
        <p:nvSpPr>
          <p:cNvPr id="37" name="TextBox 2">
            <a:extLst>
              <a:ext uri="{FF2B5EF4-FFF2-40B4-BE49-F238E27FC236}">
                <a16:creationId xmlns:a16="http://schemas.microsoft.com/office/drawing/2014/main" id="{12AB533D-FED1-24D9-D725-E52753BC3642}"/>
              </a:ext>
            </a:extLst>
          </p:cNvPr>
          <p:cNvSpPr txBox="1"/>
          <p:nvPr/>
        </p:nvSpPr>
        <p:spPr>
          <a:xfrm>
            <a:off x="7890276" y="1138705"/>
            <a:ext cx="633980" cy="8771632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9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肆</a:t>
            </a:r>
          </a:p>
          <a:p>
            <a:endParaRPr lang="zh-CN" altLang="en-US" sz="9600" dirty="0">
              <a:latin typeface="罗国成毛笔小行简体" panose="02010800040101010101" pitchFamily="2" charset="-122"/>
              <a:ea typeface="罗国成毛笔小行简体" panose="02010800040101010101" pitchFamily="2" charset="-122"/>
              <a:sym typeface="Microsoft JhengHei" panose="020B0604030504040204" pitchFamily="34" charset="-120"/>
            </a:endParaRPr>
          </a:p>
          <a:p>
            <a:endParaRPr lang="id-ID" altLang="zh-CN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  <a:p>
            <a:endParaRPr lang="id-ID" sz="9600" spc="600" dirty="0">
              <a:solidFill>
                <a:prstClr val="black"/>
              </a:solidFill>
              <a:latin typeface="罗国成毛笔小行简体" panose="02010800040101010101" pitchFamily="2" charset="-122"/>
              <a:ea typeface="罗国成毛笔小行简体" panose="02010800040101010101" pitchFamily="2" charset="-122"/>
            </a:endParaRP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524B8F31-E87B-F685-CC89-B11E60DA2CE3}"/>
              </a:ext>
            </a:extLst>
          </p:cNvPr>
          <p:cNvSpPr/>
          <p:nvPr/>
        </p:nvSpPr>
        <p:spPr>
          <a:xfrm>
            <a:off x="382137" y="286603"/>
            <a:ext cx="11436824" cy="6185149"/>
          </a:xfrm>
          <a:prstGeom prst="frame">
            <a:avLst>
              <a:gd name="adj1" fmla="val 1688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2" name="图片 9">
            <a:extLst>
              <a:ext uri="{FF2B5EF4-FFF2-40B4-BE49-F238E27FC236}">
                <a16:creationId xmlns:a16="http://schemas.microsoft.com/office/drawing/2014/main" id="{39652CB9-6F81-1019-CB33-A03D4BAA8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970" y="4071166"/>
            <a:ext cx="5890260" cy="3719830"/>
          </a:xfrm>
          <a:prstGeom prst="rect">
            <a:avLst/>
          </a:prstGeom>
        </p:spPr>
      </p:pic>
      <p:pic>
        <p:nvPicPr>
          <p:cNvPr id="47" name="图片 63" descr="046fd3231e3d87c90d7c35b7f0e9da0b">
            <a:extLst>
              <a:ext uri="{FF2B5EF4-FFF2-40B4-BE49-F238E27FC236}">
                <a16:creationId xmlns:a16="http://schemas.microsoft.com/office/drawing/2014/main" id="{03D36E57-E632-6E05-2903-0B53BD34E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72" y="286603"/>
            <a:ext cx="1951629" cy="6103032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8187503-2D7F-D2C4-EC77-5F6874FA6AA5}"/>
              </a:ext>
            </a:extLst>
          </p:cNvPr>
          <p:cNvCxnSpPr/>
          <p:nvPr/>
        </p:nvCxnSpPr>
        <p:spPr>
          <a:xfrm>
            <a:off x="5493297" y="732662"/>
            <a:ext cx="8176" cy="4265808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099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7" grpId="0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C0A3E0-228A-051A-F430-A0B69C4CA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4291A2">
                <a:tint val="45000"/>
                <a:satMod val="400000"/>
              </a:srgb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76035" y="914739"/>
            <a:ext cx="6830704" cy="500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669CB89-8536-7FD7-6B3B-49EB3AD04BD3}"/>
              </a:ext>
            </a:extLst>
          </p:cNvPr>
          <p:cNvGrpSpPr/>
          <p:nvPr/>
        </p:nvGrpSpPr>
        <p:grpSpPr>
          <a:xfrm>
            <a:off x="-709684" y="-13648"/>
            <a:ext cx="2478835" cy="2219846"/>
            <a:chOff x="-709684" y="-13648"/>
            <a:chExt cx="2478835" cy="2219846"/>
          </a:xfrm>
        </p:grpSpPr>
        <p:pic>
          <p:nvPicPr>
            <p:cNvPr id="10" name="图片 23">
              <a:extLst>
                <a:ext uri="{FF2B5EF4-FFF2-40B4-BE49-F238E27FC236}">
                  <a16:creationId xmlns:a16="http://schemas.microsoft.com/office/drawing/2014/main" id="{16DC32D1-A3CC-5324-2F44-31FA69417A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769151" cy="2206198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1D5045-2754-94AB-8869-278B3A983847}"/>
                </a:ext>
              </a:extLst>
            </p:cNvPr>
            <p:cNvSpPr/>
            <p:nvPr/>
          </p:nvSpPr>
          <p:spPr>
            <a:xfrm>
              <a:off x="-709684" y="-13648"/>
              <a:ext cx="1337481" cy="1255594"/>
            </a:xfrm>
            <a:prstGeom prst="ellipse">
              <a:avLst/>
            </a:prstGeom>
            <a:solidFill>
              <a:schemeClr val="bg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7A1F87E-0DCE-8656-7EFA-D10A8EB1A5FA}"/>
              </a:ext>
            </a:extLst>
          </p:cNvPr>
          <p:cNvSpPr txBox="1"/>
          <p:nvPr/>
        </p:nvSpPr>
        <p:spPr>
          <a:xfrm>
            <a:off x="1727122" y="178789"/>
            <a:ext cx="2511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方正清刻本悦宋简体" panose="02010600030101010101" charset="-122"/>
                <a:ea typeface="方正清刻本悦宋简体" panose="02010600030101010101" charset="-122"/>
              </a:rPr>
              <a:t>输入标题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382B17-5A40-A842-062E-9156B0DF4A79}"/>
              </a:ext>
            </a:extLst>
          </p:cNvPr>
          <p:cNvGrpSpPr/>
          <p:nvPr/>
        </p:nvGrpSpPr>
        <p:grpSpPr>
          <a:xfrm>
            <a:off x="1269242" y="27296"/>
            <a:ext cx="2994894" cy="1487605"/>
            <a:chOff x="1269242" y="27296"/>
            <a:chExt cx="2994894" cy="1487605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52C941-60F5-8B2C-9CDB-E51F2CC13A1B}"/>
                </a:ext>
              </a:extLst>
            </p:cNvPr>
            <p:cNvSpPr/>
            <p:nvPr/>
          </p:nvSpPr>
          <p:spPr>
            <a:xfrm>
              <a:off x="1269242" y="968991"/>
              <a:ext cx="982639" cy="491319"/>
            </a:xfrm>
            <a:custGeom>
              <a:avLst/>
              <a:gdLst>
                <a:gd name="connsiteX0" fmla="*/ 0 w 982639"/>
                <a:gd name="connsiteY0" fmla="*/ 286603 h 491319"/>
                <a:gd name="connsiteX1" fmla="*/ 68239 w 982639"/>
                <a:gd name="connsiteY1" fmla="*/ 218364 h 491319"/>
                <a:gd name="connsiteX2" fmla="*/ 150125 w 982639"/>
                <a:gd name="connsiteY2" fmla="*/ 177421 h 491319"/>
                <a:gd name="connsiteX3" fmla="*/ 191068 w 982639"/>
                <a:gd name="connsiteY3" fmla="*/ 150125 h 491319"/>
                <a:gd name="connsiteX4" fmla="*/ 232012 w 982639"/>
                <a:gd name="connsiteY4" fmla="*/ 136478 h 491319"/>
                <a:gd name="connsiteX5" fmla="*/ 327546 w 982639"/>
                <a:gd name="connsiteY5" fmla="*/ 109182 h 491319"/>
                <a:gd name="connsiteX6" fmla="*/ 436728 w 982639"/>
                <a:gd name="connsiteY6" fmla="*/ 68239 h 491319"/>
                <a:gd name="connsiteX7" fmla="*/ 518615 w 982639"/>
                <a:gd name="connsiteY7" fmla="*/ 27296 h 491319"/>
                <a:gd name="connsiteX8" fmla="*/ 655092 w 982639"/>
                <a:gd name="connsiteY8" fmla="*/ 0 h 491319"/>
                <a:gd name="connsiteX9" fmla="*/ 900752 w 982639"/>
                <a:gd name="connsiteY9" fmla="*/ 54591 h 491319"/>
                <a:gd name="connsiteX10" fmla="*/ 955343 w 982639"/>
                <a:gd name="connsiteY10" fmla="*/ 163773 h 491319"/>
                <a:gd name="connsiteX11" fmla="*/ 982639 w 982639"/>
                <a:gd name="connsiteY11" fmla="*/ 218364 h 491319"/>
                <a:gd name="connsiteX12" fmla="*/ 955343 w 982639"/>
                <a:gd name="connsiteY12" fmla="*/ 395785 h 491319"/>
                <a:gd name="connsiteX13" fmla="*/ 873457 w 982639"/>
                <a:gd name="connsiteY13" fmla="*/ 450376 h 491319"/>
                <a:gd name="connsiteX14" fmla="*/ 668740 w 982639"/>
                <a:gd name="connsiteY14" fmla="*/ 491319 h 491319"/>
                <a:gd name="connsiteX15" fmla="*/ 614149 w 982639"/>
                <a:gd name="connsiteY15" fmla="*/ 477672 h 491319"/>
                <a:gd name="connsiteX16" fmla="*/ 600501 w 982639"/>
                <a:gd name="connsiteY16" fmla="*/ 245660 h 491319"/>
                <a:gd name="connsiteX17" fmla="*/ 655092 w 982639"/>
                <a:gd name="connsiteY17" fmla="*/ 204716 h 491319"/>
                <a:gd name="connsiteX18" fmla="*/ 791570 w 982639"/>
                <a:gd name="connsiteY18" fmla="*/ 245660 h 491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82639" h="491319">
                  <a:moveTo>
                    <a:pt x="0" y="286603"/>
                  </a:moveTo>
                  <a:cubicBezTo>
                    <a:pt x="22746" y="263857"/>
                    <a:pt x="42223" y="237284"/>
                    <a:pt x="68239" y="218364"/>
                  </a:cubicBezTo>
                  <a:cubicBezTo>
                    <a:pt x="92919" y="200415"/>
                    <a:pt x="123448" y="192242"/>
                    <a:pt x="150125" y="177421"/>
                  </a:cubicBezTo>
                  <a:cubicBezTo>
                    <a:pt x="164463" y="169455"/>
                    <a:pt x="176397" y="157460"/>
                    <a:pt x="191068" y="150125"/>
                  </a:cubicBezTo>
                  <a:cubicBezTo>
                    <a:pt x="203935" y="143691"/>
                    <a:pt x="218233" y="140612"/>
                    <a:pt x="232012" y="136478"/>
                  </a:cubicBezTo>
                  <a:cubicBezTo>
                    <a:pt x="263734" y="126961"/>
                    <a:pt x="296127" y="119655"/>
                    <a:pt x="327546" y="109182"/>
                  </a:cubicBezTo>
                  <a:cubicBezTo>
                    <a:pt x="364420" y="96891"/>
                    <a:pt x="401002" y="83550"/>
                    <a:pt x="436728" y="68239"/>
                  </a:cubicBezTo>
                  <a:cubicBezTo>
                    <a:pt x="464778" y="56218"/>
                    <a:pt x="489487" y="36399"/>
                    <a:pt x="518615" y="27296"/>
                  </a:cubicBezTo>
                  <a:cubicBezTo>
                    <a:pt x="562896" y="13458"/>
                    <a:pt x="609600" y="9099"/>
                    <a:pt x="655092" y="0"/>
                  </a:cubicBezTo>
                  <a:cubicBezTo>
                    <a:pt x="736979" y="18197"/>
                    <a:pt x="827110" y="14423"/>
                    <a:pt x="900752" y="54591"/>
                  </a:cubicBezTo>
                  <a:cubicBezTo>
                    <a:pt x="936473" y="74075"/>
                    <a:pt x="937146" y="127379"/>
                    <a:pt x="955343" y="163773"/>
                  </a:cubicBezTo>
                  <a:lnTo>
                    <a:pt x="982639" y="218364"/>
                  </a:lnTo>
                  <a:cubicBezTo>
                    <a:pt x="973540" y="277504"/>
                    <a:pt x="973191" y="338673"/>
                    <a:pt x="955343" y="395785"/>
                  </a:cubicBezTo>
                  <a:cubicBezTo>
                    <a:pt x="942862" y="435725"/>
                    <a:pt x="903914" y="438954"/>
                    <a:pt x="873457" y="450376"/>
                  </a:cubicBezTo>
                  <a:cubicBezTo>
                    <a:pt x="752707" y="495658"/>
                    <a:pt x="848372" y="473357"/>
                    <a:pt x="668740" y="491319"/>
                  </a:cubicBezTo>
                  <a:cubicBezTo>
                    <a:pt x="650543" y="486770"/>
                    <a:pt x="627412" y="490935"/>
                    <a:pt x="614149" y="477672"/>
                  </a:cubicBezTo>
                  <a:cubicBezTo>
                    <a:pt x="550023" y="413546"/>
                    <a:pt x="568475" y="320388"/>
                    <a:pt x="600501" y="245660"/>
                  </a:cubicBezTo>
                  <a:cubicBezTo>
                    <a:pt x="609461" y="224753"/>
                    <a:pt x="636895" y="218364"/>
                    <a:pt x="655092" y="204716"/>
                  </a:cubicBezTo>
                  <a:cubicBezTo>
                    <a:pt x="800624" y="219269"/>
                    <a:pt x="791570" y="172644"/>
                    <a:pt x="791570" y="245660"/>
                  </a:cubicBezTo>
                </a:path>
              </a:pathLst>
            </a:custGeom>
            <a:noFill/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64EB3D6-167B-BCAD-E459-F8686310CF0D}"/>
                </a:ext>
              </a:extLst>
            </p:cNvPr>
            <p:cNvSpPr/>
            <p:nvPr/>
          </p:nvSpPr>
          <p:spPr>
            <a:xfrm>
              <a:off x="2442949" y="859809"/>
              <a:ext cx="491320" cy="436909"/>
            </a:xfrm>
            <a:custGeom>
              <a:avLst/>
              <a:gdLst>
                <a:gd name="connsiteX0" fmla="*/ 0 w 491320"/>
                <a:gd name="connsiteY0" fmla="*/ 245660 h 436909"/>
                <a:gd name="connsiteX1" fmla="*/ 54591 w 491320"/>
                <a:gd name="connsiteY1" fmla="*/ 68239 h 436909"/>
                <a:gd name="connsiteX2" fmla="*/ 150126 w 491320"/>
                <a:gd name="connsiteY2" fmla="*/ 27295 h 436909"/>
                <a:gd name="connsiteX3" fmla="*/ 218364 w 491320"/>
                <a:gd name="connsiteY3" fmla="*/ 13648 h 436909"/>
                <a:gd name="connsiteX4" fmla="*/ 272955 w 491320"/>
                <a:gd name="connsiteY4" fmla="*/ 0 h 436909"/>
                <a:gd name="connsiteX5" fmla="*/ 423081 w 491320"/>
                <a:gd name="connsiteY5" fmla="*/ 40943 h 436909"/>
                <a:gd name="connsiteX6" fmla="*/ 464024 w 491320"/>
                <a:gd name="connsiteY6" fmla="*/ 109182 h 436909"/>
                <a:gd name="connsiteX7" fmla="*/ 491320 w 491320"/>
                <a:gd name="connsiteY7" fmla="*/ 218364 h 436909"/>
                <a:gd name="connsiteX8" fmla="*/ 354842 w 491320"/>
                <a:gd name="connsiteY8" fmla="*/ 436728 h 436909"/>
                <a:gd name="connsiteX9" fmla="*/ 218364 w 491320"/>
                <a:gd name="connsiteY9" fmla="*/ 395785 h 436909"/>
                <a:gd name="connsiteX10" fmla="*/ 245660 w 491320"/>
                <a:gd name="connsiteY10" fmla="*/ 272955 h 436909"/>
                <a:gd name="connsiteX11" fmla="*/ 354842 w 491320"/>
                <a:gd name="connsiteY11" fmla="*/ 259307 h 43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320" h="436909">
                  <a:moveTo>
                    <a:pt x="0" y="245660"/>
                  </a:moveTo>
                  <a:cubicBezTo>
                    <a:pt x="7446" y="193535"/>
                    <a:pt x="9239" y="109055"/>
                    <a:pt x="54591" y="68239"/>
                  </a:cubicBezTo>
                  <a:cubicBezTo>
                    <a:pt x="80343" y="45062"/>
                    <a:pt x="117258" y="38251"/>
                    <a:pt x="150126" y="27295"/>
                  </a:cubicBezTo>
                  <a:cubicBezTo>
                    <a:pt x="172132" y="19960"/>
                    <a:pt x="195720" y="18680"/>
                    <a:pt x="218364" y="13648"/>
                  </a:cubicBezTo>
                  <a:cubicBezTo>
                    <a:pt x="236674" y="9579"/>
                    <a:pt x="254758" y="4549"/>
                    <a:pt x="272955" y="0"/>
                  </a:cubicBezTo>
                  <a:cubicBezTo>
                    <a:pt x="322997" y="13648"/>
                    <a:pt x="378046" y="15208"/>
                    <a:pt x="423081" y="40943"/>
                  </a:cubicBezTo>
                  <a:cubicBezTo>
                    <a:pt x="446112" y="54104"/>
                    <a:pt x="454502" y="84424"/>
                    <a:pt x="464024" y="109182"/>
                  </a:cubicBezTo>
                  <a:cubicBezTo>
                    <a:pt x="477491" y="144196"/>
                    <a:pt x="491320" y="218364"/>
                    <a:pt x="491320" y="218364"/>
                  </a:cubicBezTo>
                  <a:cubicBezTo>
                    <a:pt x="470294" y="302467"/>
                    <a:pt x="480453" y="429339"/>
                    <a:pt x="354842" y="436728"/>
                  </a:cubicBezTo>
                  <a:cubicBezTo>
                    <a:pt x="307428" y="439517"/>
                    <a:pt x="263857" y="409433"/>
                    <a:pt x="218364" y="395785"/>
                  </a:cubicBezTo>
                  <a:cubicBezTo>
                    <a:pt x="227463" y="354842"/>
                    <a:pt x="226903" y="310469"/>
                    <a:pt x="245660" y="272955"/>
                  </a:cubicBezTo>
                  <a:cubicBezTo>
                    <a:pt x="256081" y="252114"/>
                    <a:pt x="354597" y="259307"/>
                    <a:pt x="354842" y="259307"/>
                  </a:cubicBezTo>
                </a:path>
              </a:pathLst>
            </a:custGeom>
            <a:noFill/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68B5243-6059-BA57-2BB8-4F40DCBED843}"/>
                </a:ext>
              </a:extLst>
            </p:cNvPr>
            <p:cNvSpPr/>
            <p:nvPr/>
          </p:nvSpPr>
          <p:spPr>
            <a:xfrm>
              <a:off x="2347415" y="27296"/>
              <a:ext cx="1916721" cy="1487605"/>
            </a:xfrm>
            <a:custGeom>
              <a:avLst/>
              <a:gdLst>
                <a:gd name="connsiteX0" fmla="*/ 0 w 1916721"/>
                <a:gd name="connsiteY0" fmla="*/ 1037229 h 1487605"/>
                <a:gd name="connsiteX1" fmla="*/ 27295 w 1916721"/>
                <a:gd name="connsiteY1" fmla="*/ 1310185 h 1487605"/>
                <a:gd name="connsiteX2" fmla="*/ 163773 w 1916721"/>
                <a:gd name="connsiteY2" fmla="*/ 1392071 h 1487605"/>
                <a:gd name="connsiteX3" fmla="*/ 204716 w 1916721"/>
                <a:gd name="connsiteY3" fmla="*/ 1433014 h 1487605"/>
                <a:gd name="connsiteX4" fmla="*/ 286603 w 1916721"/>
                <a:gd name="connsiteY4" fmla="*/ 1460310 h 1487605"/>
                <a:gd name="connsiteX5" fmla="*/ 354842 w 1916721"/>
                <a:gd name="connsiteY5" fmla="*/ 1487605 h 1487605"/>
                <a:gd name="connsiteX6" fmla="*/ 655092 w 1916721"/>
                <a:gd name="connsiteY6" fmla="*/ 1473958 h 1487605"/>
                <a:gd name="connsiteX7" fmla="*/ 818866 w 1916721"/>
                <a:gd name="connsiteY7" fmla="*/ 1419367 h 1487605"/>
                <a:gd name="connsiteX8" fmla="*/ 914400 w 1916721"/>
                <a:gd name="connsiteY8" fmla="*/ 1296537 h 1487605"/>
                <a:gd name="connsiteX9" fmla="*/ 859809 w 1916721"/>
                <a:gd name="connsiteY9" fmla="*/ 996286 h 1487605"/>
                <a:gd name="connsiteX10" fmla="*/ 818866 w 1916721"/>
                <a:gd name="connsiteY10" fmla="*/ 955343 h 1487605"/>
                <a:gd name="connsiteX11" fmla="*/ 764275 w 1916721"/>
                <a:gd name="connsiteY11" fmla="*/ 941695 h 1487605"/>
                <a:gd name="connsiteX12" fmla="*/ 1132764 w 1916721"/>
                <a:gd name="connsiteY12" fmla="*/ 928047 h 1487605"/>
                <a:gd name="connsiteX13" fmla="*/ 1187355 w 1916721"/>
                <a:gd name="connsiteY13" fmla="*/ 968991 h 1487605"/>
                <a:gd name="connsiteX14" fmla="*/ 1228298 w 1916721"/>
                <a:gd name="connsiteY14" fmla="*/ 996286 h 1487605"/>
                <a:gd name="connsiteX15" fmla="*/ 1378424 w 1916721"/>
                <a:gd name="connsiteY15" fmla="*/ 1037229 h 1487605"/>
                <a:gd name="connsiteX16" fmla="*/ 1569492 w 1916721"/>
                <a:gd name="connsiteY16" fmla="*/ 1023582 h 1487605"/>
                <a:gd name="connsiteX17" fmla="*/ 1678675 w 1916721"/>
                <a:gd name="connsiteY17" fmla="*/ 955343 h 1487605"/>
                <a:gd name="connsiteX18" fmla="*/ 1733266 w 1916721"/>
                <a:gd name="connsiteY18" fmla="*/ 928047 h 1487605"/>
                <a:gd name="connsiteX19" fmla="*/ 1774209 w 1916721"/>
                <a:gd name="connsiteY19" fmla="*/ 873456 h 1487605"/>
                <a:gd name="connsiteX20" fmla="*/ 1774209 w 1916721"/>
                <a:gd name="connsiteY20" fmla="*/ 477671 h 1487605"/>
                <a:gd name="connsiteX21" fmla="*/ 1828800 w 1916721"/>
                <a:gd name="connsiteY21" fmla="*/ 464023 h 1487605"/>
                <a:gd name="connsiteX22" fmla="*/ 1869743 w 1916721"/>
                <a:gd name="connsiteY22" fmla="*/ 450376 h 1487605"/>
                <a:gd name="connsiteX23" fmla="*/ 1910686 w 1916721"/>
                <a:gd name="connsiteY23" fmla="*/ 423080 h 1487605"/>
                <a:gd name="connsiteX24" fmla="*/ 1842448 w 1916721"/>
                <a:gd name="connsiteY24" fmla="*/ 232011 h 1487605"/>
                <a:gd name="connsiteX25" fmla="*/ 1787857 w 1916721"/>
                <a:gd name="connsiteY25" fmla="*/ 150125 h 1487605"/>
                <a:gd name="connsiteX26" fmla="*/ 1719618 w 1916721"/>
                <a:gd name="connsiteY26" fmla="*/ 136477 h 1487605"/>
                <a:gd name="connsiteX27" fmla="*/ 1678675 w 1916721"/>
                <a:gd name="connsiteY27" fmla="*/ 81886 h 1487605"/>
                <a:gd name="connsiteX28" fmla="*/ 1692322 w 1916721"/>
                <a:gd name="connsiteY28" fmla="*/ 27295 h 1487605"/>
                <a:gd name="connsiteX29" fmla="*/ 1692322 w 1916721"/>
                <a:gd name="connsiteY29" fmla="*/ 0 h 1487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916721" h="1487605">
                  <a:moveTo>
                    <a:pt x="0" y="1037229"/>
                  </a:moveTo>
                  <a:cubicBezTo>
                    <a:pt x="9098" y="1128214"/>
                    <a:pt x="-1621" y="1223438"/>
                    <a:pt x="27295" y="1310185"/>
                  </a:cubicBezTo>
                  <a:cubicBezTo>
                    <a:pt x="33883" y="1329949"/>
                    <a:pt x="137036" y="1378703"/>
                    <a:pt x="163773" y="1392071"/>
                  </a:cubicBezTo>
                  <a:cubicBezTo>
                    <a:pt x="177421" y="1405719"/>
                    <a:pt x="187844" y="1423641"/>
                    <a:pt x="204716" y="1433014"/>
                  </a:cubicBezTo>
                  <a:cubicBezTo>
                    <a:pt x="229867" y="1446987"/>
                    <a:pt x="259563" y="1450477"/>
                    <a:pt x="286603" y="1460310"/>
                  </a:cubicBezTo>
                  <a:cubicBezTo>
                    <a:pt x="309627" y="1468682"/>
                    <a:pt x="332096" y="1478507"/>
                    <a:pt x="354842" y="1487605"/>
                  </a:cubicBezTo>
                  <a:cubicBezTo>
                    <a:pt x="454925" y="1483056"/>
                    <a:pt x="555971" y="1488534"/>
                    <a:pt x="655092" y="1473958"/>
                  </a:cubicBezTo>
                  <a:cubicBezTo>
                    <a:pt x="712024" y="1465586"/>
                    <a:pt x="818866" y="1419367"/>
                    <a:pt x="818866" y="1419367"/>
                  </a:cubicBezTo>
                  <a:cubicBezTo>
                    <a:pt x="910924" y="1327308"/>
                    <a:pt x="888545" y="1374101"/>
                    <a:pt x="914400" y="1296537"/>
                  </a:cubicBezTo>
                  <a:cubicBezTo>
                    <a:pt x="905365" y="1215225"/>
                    <a:pt x="918886" y="1078994"/>
                    <a:pt x="859809" y="996286"/>
                  </a:cubicBezTo>
                  <a:cubicBezTo>
                    <a:pt x="848591" y="980580"/>
                    <a:pt x="835624" y="964919"/>
                    <a:pt x="818866" y="955343"/>
                  </a:cubicBezTo>
                  <a:cubicBezTo>
                    <a:pt x="802580" y="946037"/>
                    <a:pt x="782472" y="946244"/>
                    <a:pt x="764275" y="941695"/>
                  </a:cubicBezTo>
                  <a:cubicBezTo>
                    <a:pt x="907653" y="855668"/>
                    <a:pt x="847903" y="873266"/>
                    <a:pt x="1132764" y="928047"/>
                  </a:cubicBezTo>
                  <a:cubicBezTo>
                    <a:pt x="1155101" y="932343"/>
                    <a:pt x="1168846" y="955770"/>
                    <a:pt x="1187355" y="968991"/>
                  </a:cubicBezTo>
                  <a:cubicBezTo>
                    <a:pt x="1200702" y="978525"/>
                    <a:pt x="1213309" y="989624"/>
                    <a:pt x="1228298" y="996286"/>
                  </a:cubicBezTo>
                  <a:cubicBezTo>
                    <a:pt x="1284971" y="1021474"/>
                    <a:pt x="1320041" y="1025553"/>
                    <a:pt x="1378424" y="1037229"/>
                  </a:cubicBezTo>
                  <a:cubicBezTo>
                    <a:pt x="1442113" y="1032680"/>
                    <a:pt x="1506509" y="1034079"/>
                    <a:pt x="1569492" y="1023582"/>
                  </a:cubicBezTo>
                  <a:cubicBezTo>
                    <a:pt x="1607216" y="1017295"/>
                    <a:pt x="1649412" y="973632"/>
                    <a:pt x="1678675" y="955343"/>
                  </a:cubicBezTo>
                  <a:cubicBezTo>
                    <a:pt x="1695927" y="944560"/>
                    <a:pt x="1715069" y="937146"/>
                    <a:pt x="1733266" y="928047"/>
                  </a:cubicBezTo>
                  <a:cubicBezTo>
                    <a:pt x="1746914" y="909850"/>
                    <a:pt x="1773176" y="896179"/>
                    <a:pt x="1774209" y="873456"/>
                  </a:cubicBezTo>
                  <a:cubicBezTo>
                    <a:pt x="1780395" y="737359"/>
                    <a:pt x="1708037" y="610014"/>
                    <a:pt x="1774209" y="477671"/>
                  </a:cubicBezTo>
                  <a:cubicBezTo>
                    <a:pt x="1782597" y="460894"/>
                    <a:pt x="1810765" y="469176"/>
                    <a:pt x="1828800" y="464023"/>
                  </a:cubicBezTo>
                  <a:cubicBezTo>
                    <a:pt x="1842632" y="460071"/>
                    <a:pt x="1856095" y="454925"/>
                    <a:pt x="1869743" y="450376"/>
                  </a:cubicBezTo>
                  <a:cubicBezTo>
                    <a:pt x="1883391" y="441277"/>
                    <a:pt x="1907752" y="439218"/>
                    <a:pt x="1910686" y="423080"/>
                  </a:cubicBezTo>
                  <a:cubicBezTo>
                    <a:pt x="1931456" y="308846"/>
                    <a:pt x="1896162" y="305868"/>
                    <a:pt x="1842448" y="232011"/>
                  </a:cubicBezTo>
                  <a:cubicBezTo>
                    <a:pt x="1823153" y="205480"/>
                    <a:pt x="1820025" y="156559"/>
                    <a:pt x="1787857" y="150125"/>
                  </a:cubicBezTo>
                  <a:lnTo>
                    <a:pt x="1719618" y="136477"/>
                  </a:lnTo>
                  <a:cubicBezTo>
                    <a:pt x="1705970" y="118280"/>
                    <a:pt x="1684192" y="103953"/>
                    <a:pt x="1678675" y="81886"/>
                  </a:cubicBezTo>
                  <a:cubicBezTo>
                    <a:pt x="1674126" y="63689"/>
                    <a:pt x="1689239" y="45797"/>
                    <a:pt x="1692322" y="27295"/>
                  </a:cubicBezTo>
                  <a:cubicBezTo>
                    <a:pt x="1693818" y="18320"/>
                    <a:pt x="1692322" y="9098"/>
                    <a:pt x="1692322" y="0"/>
                  </a:cubicBezTo>
                </a:path>
              </a:pathLst>
            </a:custGeom>
            <a:noFill/>
            <a:ln w="381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CD907A3-DFF6-BA9F-F9CA-85F6C4B8F130}"/>
              </a:ext>
            </a:extLst>
          </p:cNvPr>
          <p:cNvGrpSpPr/>
          <p:nvPr/>
        </p:nvGrpSpPr>
        <p:grpSpPr>
          <a:xfrm>
            <a:off x="7626824" y="750626"/>
            <a:ext cx="4244453" cy="5356748"/>
            <a:chOff x="7626824" y="750626"/>
            <a:chExt cx="4244453" cy="5356748"/>
          </a:xfrm>
        </p:grpSpPr>
        <p:pic>
          <p:nvPicPr>
            <p:cNvPr id="25" name="Picture 24" descr="A wooden window with a grid on the side&#10;&#10;Description automatically generated">
              <a:extLst>
                <a:ext uri="{FF2B5EF4-FFF2-40B4-BE49-F238E27FC236}">
                  <a16:creationId xmlns:a16="http://schemas.microsoft.com/office/drawing/2014/main" id="{A7DCE79A-3301-3374-224A-CB5A8B915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rcRect l="50000"/>
            <a:stretch/>
          </p:blipFill>
          <p:spPr>
            <a:xfrm>
              <a:off x="7812256" y="907404"/>
              <a:ext cx="3883875" cy="5043189"/>
            </a:xfrm>
            <a:prstGeom prst="rect">
              <a:avLst/>
            </a:prstGeom>
          </p:spPr>
        </p:pic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A033EE11-EA68-E4CD-3AF8-6DFD3D7DE1B4}"/>
                </a:ext>
              </a:extLst>
            </p:cNvPr>
            <p:cNvSpPr/>
            <p:nvPr/>
          </p:nvSpPr>
          <p:spPr>
            <a:xfrm>
              <a:off x="7626824" y="750626"/>
              <a:ext cx="4244453" cy="5356748"/>
            </a:xfrm>
            <a:prstGeom prst="frame">
              <a:avLst>
                <a:gd name="adj1" fmla="val 421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Frame 27">
            <a:extLst>
              <a:ext uri="{FF2B5EF4-FFF2-40B4-BE49-F238E27FC236}">
                <a16:creationId xmlns:a16="http://schemas.microsoft.com/office/drawing/2014/main" id="{1CAEDCA6-B54D-C417-1A42-C8F8CA1DB401}"/>
              </a:ext>
            </a:extLst>
          </p:cNvPr>
          <p:cNvSpPr/>
          <p:nvPr/>
        </p:nvSpPr>
        <p:spPr>
          <a:xfrm>
            <a:off x="1084996" y="2425977"/>
            <a:ext cx="5841242" cy="3603008"/>
          </a:xfrm>
          <a:prstGeom prst="frame">
            <a:avLst>
              <a:gd name="adj1" fmla="val 151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1" name="Picture 30" descr="A red and black sign&#10;&#10;Description automatically generated">
            <a:extLst>
              <a:ext uri="{FF2B5EF4-FFF2-40B4-BE49-F238E27FC236}">
                <a16:creationId xmlns:a16="http://schemas.microsoft.com/office/drawing/2014/main" id="{BD1A59F2-0987-9E73-9BFD-2913397AA86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021776" y="5108276"/>
            <a:ext cx="811746" cy="81174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ED254AF-1907-BFAF-CFB6-3CA5EBBEF321}"/>
              </a:ext>
            </a:extLst>
          </p:cNvPr>
          <p:cNvSpPr txBox="1"/>
          <p:nvPr/>
        </p:nvSpPr>
        <p:spPr>
          <a:xfrm>
            <a:off x="1330255" y="2871663"/>
            <a:ext cx="542485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cs"/>
              </a:rPr>
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grpSp>
        <p:nvGrpSpPr>
          <p:cNvPr id="35" name="组合 35">
            <a:extLst>
              <a:ext uri="{FF2B5EF4-FFF2-40B4-BE49-F238E27FC236}">
                <a16:creationId xmlns:a16="http://schemas.microsoft.com/office/drawing/2014/main" id="{C97F6E64-6D46-199D-2051-2A8488EEF416}"/>
              </a:ext>
            </a:extLst>
          </p:cNvPr>
          <p:cNvGrpSpPr/>
          <p:nvPr/>
        </p:nvGrpSpPr>
        <p:grpSpPr>
          <a:xfrm>
            <a:off x="-71588" y="3461767"/>
            <a:ext cx="3431204" cy="3368937"/>
            <a:chOff x="3639444" y="1484857"/>
            <a:chExt cx="4551409" cy="4468813"/>
          </a:xfrm>
          <a:effectLst>
            <a:reflection blurRad="6350" stA="52000" endA="300" endPos="35000" dir="5400000" sy="-100000" algn="bl" rotWithShape="0"/>
          </a:effectLst>
        </p:grpSpPr>
        <p:pic>
          <p:nvPicPr>
            <p:cNvPr id="36" name="图片 33">
              <a:extLst>
                <a:ext uri="{FF2B5EF4-FFF2-40B4-BE49-F238E27FC236}">
                  <a16:creationId xmlns:a16="http://schemas.microsoft.com/office/drawing/2014/main" id="{D94D0A70-EC4D-A7F6-0590-219448241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alphaModFix amt="35000"/>
            </a:blip>
            <a:stretch>
              <a:fillRect/>
            </a:stretch>
          </p:blipFill>
          <p:spPr>
            <a:xfrm>
              <a:off x="3639444" y="1484857"/>
              <a:ext cx="2474799" cy="4468813"/>
            </a:xfrm>
            <a:prstGeom prst="rect">
              <a:avLst/>
            </a:prstGeom>
          </p:spPr>
        </p:pic>
        <p:pic>
          <p:nvPicPr>
            <p:cNvPr id="37" name="图片 34">
              <a:extLst>
                <a:ext uri="{FF2B5EF4-FFF2-40B4-BE49-F238E27FC236}">
                  <a16:creationId xmlns:a16="http://schemas.microsoft.com/office/drawing/2014/main" id="{D9DAD161-BA8A-CB59-83BE-49A95ED6F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alphaModFix amt="35000"/>
            </a:blip>
            <a:stretch>
              <a:fillRect/>
            </a:stretch>
          </p:blipFill>
          <p:spPr>
            <a:xfrm flipH="1">
              <a:off x="6055296" y="2097441"/>
              <a:ext cx="2135557" cy="3856229"/>
            </a:xfrm>
            <a:prstGeom prst="rect">
              <a:avLst/>
            </a:prstGeom>
          </p:spPr>
        </p:pic>
      </p:grpSp>
      <p:pic>
        <p:nvPicPr>
          <p:cNvPr id="38" name="图片 1" descr="图层 11">
            <a:extLst>
              <a:ext uri="{FF2B5EF4-FFF2-40B4-BE49-F238E27FC236}">
                <a16:creationId xmlns:a16="http://schemas.microsoft.com/office/drawing/2014/main" id="{4C12752A-A3CA-58DD-8549-B25482D35C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802399" flipH="1">
            <a:off x="5571004" y="385003"/>
            <a:ext cx="1041418" cy="1105949"/>
          </a:xfrm>
          <a:prstGeom prst="rect">
            <a:avLst/>
          </a:prstGeom>
        </p:spPr>
      </p:pic>
      <p:pic>
        <p:nvPicPr>
          <p:cNvPr id="23" name="图片 24" descr="5a094962eca1e">
            <a:extLst>
              <a:ext uri="{FF2B5EF4-FFF2-40B4-BE49-F238E27FC236}">
                <a16:creationId xmlns:a16="http://schemas.microsoft.com/office/drawing/2014/main" id="{11D14AA3-0354-0176-1571-53C250F8D79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7329" t="26300" r="2" b="19985"/>
          <a:stretch>
            <a:fillRect/>
          </a:stretch>
        </p:blipFill>
        <p:spPr>
          <a:xfrm flipH="1">
            <a:off x="6797446" y="937977"/>
            <a:ext cx="4945039" cy="5043190"/>
          </a:xfrm>
          <a:custGeom>
            <a:avLst/>
            <a:gdLst>
              <a:gd name="connsiteX0" fmla="*/ 4548777 w 4548777"/>
              <a:gd name="connsiteY0" fmla="*/ 0 h 4639063"/>
              <a:gd name="connsiteX1" fmla="*/ 1290515 w 4548777"/>
              <a:gd name="connsiteY1" fmla="*/ 0 h 4639063"/>
              <a:gd name="connsiteX2" fmla="*/ 0 w 4548777"/>
              <a:gd name="connsiteY2" fmla="*/ 1418183 h 4639063"/>
              <a:gd name="connsiteX3" fmla="*/ 0 w 4548777"/>
              <a:gd name="connsiteY3" fmla="*/ 4639063 h 4639063"/>
              <a:gd name="connsiteX4" fmla="*/ 4548777 w 4548777"/>
              <a:gd name="connsiteY4" fmla="*/ 4639063 h 4639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8777" h="4639063">
                <a:moveTo>
                  <a:pt x="4548777" y="0"/>
                </a:moveTo>
                <a:lnTo>
                  <a:pt x="1290515" y="0"/>
                </a:lnTo>
                <a:lnTo>
                  <a:pt x="0" y="1418183"/>
                </a:lnTo>
                <a:lnTo>
                  <a:pt x="0" y="4639063"/>
                </a:lnTo>
                <a:lnTo>
                  <a:pt x="4548777" y="463906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67208388"/>
      </p:ext>
    </p:extLst>
  </p:cSld>
  <p:clrMapOvr>
    <a:masterClrMapping/>
  </p:clrMapOvr>
  <p:transition spd="slow" advTm="10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" presetClass="entr" presetSubtype="3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0"/>
                            </p:stCondLst>
                            <p:childTnLst>
                              <p:par>
                                <p:cTn id="22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8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46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8" grpId="0" animBg="1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7">
            <a:extLst>
              <a:ext uri="{FF2B5EF4-FFF2-40B4-BE49-F238E27FC236}">
                <a16:creationId xmlns:a16="http://schemas.microsoft.com/office/drawing/2014/main" id="{300F04C3-8861-E462-64CA-8A4C3379F6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-21103" y="0"/>
            <a:ext cx="12234203" cy="1322366"/>
          </a:xfrm>
          <a:prstGeom prst="rect">
            <a:avLst/>
          </a:prstGeom>
        </p:spPr>
      </p:pic>
      <p:pic>
        <p:nvPicPr>
          <p:cNvPr id="4" name="Picture 3" descr="A red pagoda building with white trim&#10;&#10;Description automatically generated">
            <a:extLst>
              <a:ext uri="{FF2B5EF4-FFF2-40B4-BE49-F238E27FC236}">
                <a16:creationId xmlns:a16="http://schemas.microsoft.com/office/drawing/2014/main" id="{AFDE18F3-8BC1-6485-0AA8-A18535314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062276" y="2629966"/>
            <a:ext cx="11430000" cy="6429375"/>
          </a:xfrm>
          <a:prstGeom prst="rect">
            <a:avLst/>
          </a:prstGeom>
        </p:spPr>
      </p:pic>
      <p:pic>
        <p:nvPicPr>
          <p:cNvPr id="6" name="图片 13">
            <a:extLst>
              <a:ext uri="{FF2B5EF4-FFF2-40B4-BE49-F238E27FC236}">
                <a16:creationId xmlns:a16="http://schemas.microsoft.com/office/drawing/2014/main" id="{A605B57C-3720-55BB-6ED0-0578EE668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41452">
            <a:off x="-1312049" y="767828"/>
            <a:ext cx="7386642" cy="7386642"/>
          </a:xfrm>
          <a:prstGeom prst="rect">
            <a:avLst/>
          </a:prstGeom>
        </p:spPr>
      </p:pic>
      <p:sp>
        <p:nvSpPr>
          <p:cNvPr id="7" name="文本框 4">
            <a:extLst>
              <a:ext uri="{FF2B5EF4-FFF2-40B4-BE49-F238E27FC236}">
                <a16:creationId xmlns:a16="http://schemas.microsoft.com/office/drawing/2014/main" id="{2A23BF49-88CD-8592-6AF4-9BB2E08436B3}"/>
              </a:ext>
            </a:extLst>
          </p:cNvPr>
          <p:cNvSpPr txBox="1"/>
          <p:nvPr/>
        </p:nvSpPr>
        <p:spPr>
          <a:xfrm>
            <a:off x="664712" y="3429000"/>
            <a:ext cx="1200329" cy="28737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4400" dirty="0">
                <a:solidFill>
                  <a:schemeClr val="bg1"/>
                </a:solidFill>
                <a:latin typeface="方正清刻本悦宋简体" panose="02010600030101010101" charset="-122"/>
                <a:ea typeface="方正清刻本悦宋简体" panose="02010600030101010101" charset="-122"/>
              </a:rPr>
              <a:t>输入标题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63E59C-15FF-681F-9209-B47D3A8A0D56}"/>
              </a:ext>
            </a:extLst>
          </p:cNvPr>
          <p:cNvGrpSpPr/>
          <p:nvPr/>
        </p:nvGrpSpPr>
        <p:grpSpPr>
          <a:xfrm>
            <a:off x="4723093" y="1478111"/>
            <a:ext cx="6934127" cy="5571288"/>
            <a:chOff x="4723093" y="1678136"/>
            <a:chExt cx="6934127" cy="5571288"/>
          </a:xfrm>
        </p:grpSpPr>
        <p:sp>
          <p:nvSpPr>
            <p:cNvPr id="9" name="文本框 9">
              <a:extLst>
                <a:ext uri="{FF2B5EF4-FFF2-40B4-BE49-F238E27FC236}">
                  <a16:creationId xmlns:a16="http://schemas.microsoft.com/office/drawing/2014/main" id="{30169134-8BF7-B4D3-3B7F-E2EF9C94831A}"/>
                </a:ext>
              </a:extLst>
            </p:cNvPr>
            <p:cNvSpPr txBox="1"/>
            <p:nvPr/>
          </p:nvSpPr>
          <p:spPr>
            <a:xfrm>
              <a:off x="4723093" y="1678136"/>
              <a:ext cx="6934127" cy="1750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rPr>
  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  </a:r>
            </a:p>
            <a:p>
              <a:pPr>
                <a:lnSpc>
                  <a:spcPct val="200000"/>
                </a:lnSpc>
              </a:pP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5E35D5-11E2-3EED-60FD-AB4A2649A0A7}"/>
                </a:ext>
              </a:extLst>
            </p:cNvPr>
            <p:cNvSpPr txBox="1"/>
            <p:nvPr/>
          </p:nvSpPr>
          <p:spPr>
            <a:xfrm>
              <a:off x="4723093" y="2913237"/>
              <a:ext cx="2377795" cy="4336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rPr>
                <a:t>标题数字等都可以通过点击和重新输入进行更改，顶部“开始”面板中可以对字体、字号、颜色、行距等进行修改。标题数字等都可以通过点击和重新输入进行更改，顶部“开始”面板中可以对字体、字号、颜色、行距等进行修改。</a:t>
              </a:r>
            </a:p>
            <a:p>
              <a:pPr>
                <a:lnSpc>
                  <a:spcPct val="200000"/>
                </a:lnSpc>
              </a:pP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714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Tm="5000">
        <p14:honeycomb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E4E7E"/>
            </a:gs>
            <a:gs pos="68000">
              <a:schemeClr val="accent1">
                <a:lumMod val="30000"/>
                <a:lumOff val="70000"/>
                <a:alpha val="58000"/>
              </a:schemeClr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9">
            <a:extLst>
              <a:ext uri="{FF2B5EF4-FFF2-40B4-BE49-F238E27FC236}">
                <a16:creationId xmlns:a16="http://schemas.microsoft.com/office/drawing/2014/main" id="{7167C726-A63A-E379-EEE6-7D1EFA1A9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" b="103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5A2295-C276-C5FA-4D6B-ABC6AFBBE2D4}"/>
              </a:ext>
            </a:extLst>
          </p:cNvPr>
          <p:cNvSpPr txBox="1">
            <a:spLocks/>
          </p:cNvSpPr>
          <p:nvPr/>
        </p:nvSpPr>
        <p:spPr>
          <a:xfrm>
            <a:off x="7275475" y="4333378"/>
            <a:ext cx="4294414" cy="3848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6000" dirty="0">
                <a:latin typeface="方正清刻本悦宋简体" panose="02010600030101010101" charset="-122"/>
                <a:ea typeface="方正清刻本悦宋简体" panose="02010600030101010101" charset="-122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27342377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中国风工作总结ppt模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1872</TotalTime>
  <Words>1489</Words>
  <Application>Microsoft Office PowerPoint</Application>
  <PresentationFormat>Widescreen</PresentationFormat>
  <Paragraphs>77</Paragraphs>
  <Slides>15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等线</vt:lpstr>
      <vt:lpstr>微软雅黑</vt:lpstr>
      <vt:lpstr>Microsoft JhengHei</vt:lpstr>
      <vt:lpstr>方正清刻本悦宋简体</vt:lpstr>
      <vt:lpstr>Calibri Light</vt:lpstr>
      <vt:lpstr>华文新魏</vt:lpstr>
      <vt:lpstr>微软雅黑 Light</vt:lpstr>
      <vt:lpstr>等线 Light</vt:lpstr>
      <vt:lpstr>罗国成毛笔小行简体</vt:lpstr>
      <vt:lpstr>Arial</vt:lpstr>
      <vt:lpstr>Calibri</vt:lpstr>
      <vt:lpstr>华文行楷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中国风工作总结ppt模板</dc:title>
  <dc:creator>123</dc:creator>
  <cp:lastModifiedBy>Yufei Tang (yt9u23)</cp:lastModifiedBy>
  <cp:revision>292</cp:revision>
  <dcterms:created xsi:type="dcterms:W3CDTF">2018-05-10T05:04:22Z</dcterms:created>
  <dcterms:modified xsi:type="dcterms:W3CDTF">2025-01-09T08:41:35Z</dcterms:modified>
</cp:coreProperties>
</file>