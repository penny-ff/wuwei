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5" d="100"/>
          <a:sy n="65" d="100"/>
        </p:scale>
        <p:origin x="93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17DC55-CA01-F21A-B594-23D3326368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DC46922-A408-DA3D-1E47-43EA4E2B96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zh-CN"/>
              <a:t>Click to edit Master subtitle style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B0778E-3992-1127-90B9-0DF000F36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ED23D-C262-44D6-AC97-4C856EBE62BC}" type="datetimeFigureOut">
              <a:rPr lang="zh-CN" altLang="en-US" smtClean="0"/>
              <a:t>2025/1/9/Thu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207D9A-A3C1-F118-8889-0038638BF7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FE6C1C-D860-E3FF-9A05-94AC9091FB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B153A0-3CA9-4EBA-8E84-9C035B3A17D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35738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4A1DA6-35CD-F9DF-1D9D-70C0833160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93D191-8DA1-914B-92ED-A5F42E470E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3F35F3-BF5A-E729-0F85-6F41061F66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ED23D-C262-44D6-AC97-4C856EBE62BC}" type="datetimeFigureOut">
              <a:rPr lang="zh-CN" altLang="en-US" smtClean="0"/>
              <a:t>2025/1/9/Thu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BADE3D-60D6-01F7-E903-3CC8D70040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C5EF6F-999A-1386-898B-2ED18BF474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B153A0-3CA9-4EBA-8E84-9C035B3A17D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14851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858F25-8B0A-C4CD-EDA0-8D6B527E6C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B4BAB8-A732-BE01-51BC-06E28BD42D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4F889A-F69B-9F80-4898-2AB6E26182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ED23D-C262-44D6-AC97-4C856EBE62BC}" type="datetimeFigureOut">
              <a:rPr lang="zh-CN" altLang="en-US" smtClean="0"/>
              <a:t>2025/1/9/Thu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C69F97-193A-E122-4E4B-4D61FA6892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796112-A8C5-57E3-1A6C-EED5B3F793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B153A0-3CA9-4EBA-8E84-9C035B3A17D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169315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595774-DD6F-4425-F9C8-1AEB9E51E8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154180-7C3D-A9E9-8DD0-64C24752381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9D8238-72CB-DD96-B594-F1303BFB53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E7E637-A464-B292-47B0-97AAC86AB3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ED23D-C262-44D6-AC97-4C856EBE62BC}" type="datetimeFigureOut">
              <a:rPr lang="zh-CN" altLang="en-US" smtClean="0"/>
              <a:t>2025/1/9/Thu</a:t>
            </a:fld>
            <a:endParaRPr lang="zh-CN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EB307E-C147-483F-9698-1BFEBE1570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26A47F-70AF-1375-6B9F-9399308F39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B153A0-3CA9-4EBA-8E84-9C035B3A17D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80378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F8CBD7-403A-F7B3-5A47-A1CF88A877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31925F-4FE5-4E18-8697-3EB96C767D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D26951-917B-AA5D-E17B-B63D08719F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13E20A8-4EEB-EFD5-470F-B90009EB80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9F04512-667C-A53E-7536-F5DDFFB0D77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7DF4A1D-91C1-5492-52F7-4CE33EA5A4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ED23D-C262-44D6-AC97-4C856EBE62BC}" type="datetimeFigureOut">
              <a:rPr lang="zh-CN" altLang="en-US" smtClean="0"/>
              <a:t>2025/1/9/Thu</a:t>
            </a:fld>
            <a:endParaRPr lang="zh-CN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937A47-312A-6A34-95A7-A2EDD314D5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63FA740-FA41-F9FE-0982-EAE099AAF7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B153A0-3CA9-4EBA-8E84-9C035B3A17D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678815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FCFD25-8C92-D36C-FAE0-447CA12905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F54B462-DE4E-5C70-8374-9CB89BFDE0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ED23D-C262-44D6-AC97-4C856EBE62BC}" type="datetimeFigureOut">
              <a:rPr lang="zh-CN" altLang="en-US" smtClean="0"/>
              <a:t>2025/1/9/Thu</a:t>
            </a:fld>
            <a:endParaRPr lang="zh-CN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53761AC-8300-F1B3-8F05-1F5FCDE74A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C2ADEA1-B172-2616-EAD7-59986784C8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B153A0-3CA9-4EBA-8E84-9C035B3A17D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924327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D1F95C7-DE9F-7B9F-86E5-1F47D2E135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ED23D-C262-44D6-AC97-4C856EBE62BC}" type="datetimeFigureOut">
              <a:rPr lang="zh-CN" altLang="en-US" smtClean="0"/>
              <a:t>2025/1/9/Thu</a:t>
            </a:fld>
            <a:endParaRPr lang="zh-CN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1266665-D4B9-1A0A-3508-482BF5B88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C37C96-14C5-4632-216E-B51CE068B7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B153A0-3CA9-4EBA-8E84-9C035B3A17D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688526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7808EB-5539-7A74-9D93-9C1322BA5B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36AA4E-E642-8CCF-C668-A746E0AFE0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0756DAF-714B-59EA-6C02-9C1AF13773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9BB16B-A441-4E42-BA6F-2C226C0831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ED23D-C262-44D6-AC97-4C856EBE62BC}" type="datetimeFigureOut">
              <a:rPr lang="zh-CN" altLang="en-US" smtClean="0"/>
              <a:t>2025/1/9/Thu</a:t>
            </a:fld>
            <a:endParaRPr lang="zh-CN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FC8C40-3657-606F-4F82-3113CC43AB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F8D651-6726-6D0F-FE6D-008D052991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B153A0-3CA9-4EBA-8E84-9C035B3A17D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787440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3A057E-28AA-2127-C567-FD780BC346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1C8EB29-FA17-7023-889E-8A0B3352036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CB059F-FE5B-021B-5BBD-315C9D772F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0DB313-7DE4-3B1E-DEFC-1A05717A64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ED23D-C262-44D6-AC97-4C856EBE62BC}" type="datetimeFigureOut">
              <a:rPr lang="zh-CN" altLang="en-US" smtClean="0"/>
              <a:t>2025/1/9/Thu</a:t>
            </a:fld>
            <a:endParaRPr lang="zh-CN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98E6D5-AA35-9D9A-28D0-0DBDF6ADA4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90A1B5-896D-4F10-D49B-D45E0C7C0B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B153A0-3CA9-4EBA-8E84-9C035B3A17D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38221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4550A6-32C3-EFBA-56BE-E8E1767EDF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52E265C-4B4E-58CD-A7F9-E492B7F747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F065DF-88AF-53A7-C867-AB1094932F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ED23D-C262-44D6-AC97-4C856EBE62BC}" type="datetimeFigureOut">
              <a:rPr lang="zh-CN" altLang="en-US" smtClean="0"/>
              <a:t>2025/1/9/Thu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990ED4-D5F9-B8C1-B3ED-10A8BE1A1F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D83F10-8A85-A483-41EC-02EC2A7666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B153A0-3CA9-4EBA-8E84-9C035B3A17D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934392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FB9BCDB-6C26-F771-EB75-C6B54684E63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24A30F7-7936-4D9B-8D58-DF701DFB73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AEE9DE-E6F4-03DC-EFA5-05555247E8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ED23D-C262-44D6-AC97-4C856EBE62BC}" type="datetimeFigureOut">
              <a:rPr lang="zh-CN" altLang="en-US" smtClean="0"/>
              <a:t>2025/1/9/Thu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D03A75-5893-EAF9-09B4-275CEC00AE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4CBE6A-9596-6D61-55FC-930363B98F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B153A0-3CA9-4EBA-8E84-9C035B3A17D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342104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6FC959A-B851-BC0E-3E1E-264A442419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B63E60-FBD5-64B1-17EE-05EDE1BB14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A90557-B867-818C-C6A9-A9B5D6DF330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B1ED23D-C262-44D6-AC97-4C856EBE62BC}" type="datetimeFigureOut">
              <a:rPr lang="zh-CN" altLang="en-US" smtClean="0"/>
              <a:t>2025/1/9/Thu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9FB0CA-AAE5-AE6F-1479-C8CD06CD7D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0C4F54-110D-23C5-ECBC-8AC1D600E6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3B153A0-3CA9-4EBA-8E84-9C035B3A17D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25204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93621324-820B-36FF-F99F-8196082E530E}"/>
              </a:ext>
            </a:extLst>
          </p:cNvPr>
          <p:cNvGrpSpPr/>
          <p:nvPr/>
        </p:nvGrpSpPr>
        <p:grpSpPr>
          <a:xfrm>
            <a:off x="5213107" y="3021647"/>
            <a:ext cx="1765785" cy="1674014"/>
            <a:chOff x="5031780" y="3008822"/>
            <a:chExt cx="1765785" cy="1674014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2CBC9E95-37B7-F6DA-4B68-EAEDF7B2212F}"/>
                </a:ext>
              </a:extLst>
            </p:cNvPr>
            <p:cNvGrpSpPr/>
            <p:nvPr/>
          </p:nvGrpSpPr>
          <p:grpSpPr>
            <a:xfrm>
              <a:off x="5061000" y="3008822"/>
              <a:ext cx="1707202" cy="1674014"/>
              <a:chOff x="5106000" y="2686500"/>
              <a:chExt cx="1707202" cy="1674014"/>
            </a:xfrm>
          </p:grpSpPr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F5FE8C6A-52B0-76D6-A306-32563520B488}"/>
                  </a:ext>
                </a:extLst>
              </p:cNvPr>
              <p:cNvSpPr/>
              <p:nvPr/>
            </p:nvSpPr>
            <p:spPr>
              <a:xfrm>
                <a:off x="5106000" y="2686500"/>
                <a:ext cx="758130" cy="758130"/>
              </a:xfrm>
              <a:prstGeom prst="rect">
                <a:avLst/>
              </a:prstGeom>
              <a:solidFill>
                <a:srgbClr val="600000">
                  <a:alpha val="80784"/>
                </a:srgbClr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gradFill flip="none" rotWithShape="1">
                    <a:gsLst>
                      <a:gs pos="0">
                        <a:schemeClr val="lt1">
                          <a:shade val="30000"/>
                          <a:satMod val="115000"/>
                          <a:alpha val="70000"/>
                        </a:schemeClr>
                      </a:gs>
                      <a:gs pos="50000">
                        <a:schemeClr val="lt1">
                          <a:shade val="67500"/>
                          <a:satMod val="115000"/>
                        </a:schemeClr>
                      </a:gs>
                      <a:gs pos="100000">
                        <a:schemeClr val="lt1">
                          <a:shade val="100000"/>
                          <a:satMod val="115000"/>
                        </a:schemeClr>
                      </a:gs>
                    </a:gsLst>
                    <a:path path="circle">
                      <a:fillToRect l="50000" t="50000" r="50000" b="50000"/>
                    </a:path>
                    <a:tileRect/>
                  </a:gradFill>
                </a:endParaRPr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37DF5E02-2C05-E170-633C-3C811B04FE6D}"/>
                  </a:ext>
                </a:extLst>
              </p:cNvPr>
              <p:cNvSpPr/>
              <p:nvPr/>
            </p:nvSpPr>
            <p:spPr>
              <a:xfrm>
                <a:off x="6055072" y="2686500"/>
                <a:ext cx="758130" cy="758130"/>
              </a:xfrm>
              <a:prstGeom prst="rect">
                <a:avLst/>
              </a:prstGeom>
              <a:solidFill>
                <a:srgbClr val="C00000">
                  <a:alpha val="80000"/>
                </a:srgbClr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gradFill flip="none" rotWithShape="1">
                    <a:gsLst>
                      <a:gs pos="0">
                        <a:schemeClr val="lt1">
                          <a:shade val="30000"/>
                          <a:satMod val="115000"/>
                          <a:alpha val="70000"/>
                        </a:schemeClr>
                      </a:gs>
                      <a:gs pos="50000">
                        <a:schemeClr val="lt1">
                          <a:shade val="67500"/>
                          <a:satMod val="115000"/>
                        </a:schemeClr>
                      </a:gs>
                      <a:gs pos="100000">
                        <a:schemeClr val="lt1">
                          <a:shade val="100000"/>
                          <a:satMod val="115000"/>
                        </a:schemeClr>
                      </a:gs>
                    </a:gsLst>
                    <a:path path="circle">
                      <a:fillToRect l="50000" t="50000" r="50000" b="50000"/>
                    </a:path>
                    <a:tileRect/>
                  </a:gradFill>
                </a:endParaRPr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CC0AA5ED-282B-6810-2255-CDC7CA9FF17D}"/>
                  </a:ext>
                </a:extLst>
              </p:cNvPr>
              <p:cNvSpPr/>
              <p:nvPr/>
            </p:nvSpPr>
            <p:spPr>
              <a:xfrm>
                <a:off x="5106000" y="3602384"/>
                <a:ext cx="758130" cy="758130"/>
              </a:xfrm>
              <a:prstGeom prst="rect">
                <a:avLst/>
              </a:prstGeom>
              <a:solidFill>
                <a:srgbClr val="FA0000">
                  <a:alpha val="80000"/>
                </a:srgbClr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gradFill flip="none" rotWithShape="1">
                    <a:gsLst>
                      <a:gs pos="0">
                        <a:schemeClr val="lt1">
                          <a:shade val="30000"/>
                          <a:satMod val="115000"/>
                          <a:alpha val="70000"/>
                        </a:schemeClr>
                      </a:gs>
                      <a:gs pos="50000">
                        <a:schemeClr val="lt1">
                          <a:shade val="67500"/>
                          <a:satMod val="115000"/>
                        </a:schemeClr>
                      </a:gs>
                      <a:gs pos="100000">
                        <a:schemeClr val="lt1">
                          <a:shade val="100000"/>
                          <a:satMod val="115000"/>
                        </a:schemeClr>
                      </a:gs>
                    </a:gsLst>
                    <a:path path="circle">
                      <a:fillToRect l="50000" t="50000" r="50000" b="50000"/>
                    </a:path>
                    <a:tileRect/>
                  </a:gradFill>
                </a:endParaRPr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E60E1C28-DC4F-1F44-34F5-3675E27A5C3A}"/>
                  </a:ext>
                </a:extLst>
              </p:cNvPr>
              <p:cNvSpPr/>
              <p:nvPr/>
            </p:nvSpPr>
            <p:spPr>
              <a:xfrm>
                <a:off x="6055072" y="3602384"/>
                <a:ext cx="758130" cy="758130"/>
              </a:xfrm>
              <a:prstGeom prst="rect">
                <a:avLst/>
              </a:prstGeom>
              <a:solidFill>
                <a:srgbClr val="FF4343">
                  <a:alpha val="80000"/>
                </a:srgbClr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gradFill flip="none" rotWithShape="1">
                    <a:gsLst>
                      <a:gs pos="0">
                        <a:schemeClr val="lt1">
                          <a:shade val="30000"/>
                          <a:satMod val="115000"/>
                          <a:alpha val="70000"/>
                        </a:schemeClr>
                      </a:gs>
                      <a:gs pos="50000">
                        <a:schemeClr val="lt1">
                          <a:shade val="67500"/>
                          <a:satMod val="115000"/>
                        </a:schemeClr>
                      </a:gs>
                      <a:gs pos="100000">
                        <a:schemeClr val="lt1">
                          <a:shade val="100000"/>
                          <a:satMod val="115000"/>
                        </a:schemeClr>
                      </a:gs>
                    </a:gsLst>
                    <a:path path="circle">
                      <a:fillToRect l="50000" t="50000" r="50000" b="50000"/>
                    </a:path>
                    <a:tileRect/>
                  </a:gradFill>
                </a:endParaRPr>
              </a:p>
            </p:txBody>
          </p: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81FD6549-06E1-A1E3-0D8A-DB80C2D1F896}"/>
                </a:ext>
              </a:extLst>
            </p:cNvPr>
            <p:cNvGrpSpPr/>
            <p:nvPr/>
          </p:nvGrpSpPr>
          <p:grpSpPr>
            <a:xfrm>
              <a:off x="5031780" y="3095499"/>
              <a:ext cx="1765785" cy="1500659"/>
              <a:chOff x="5031780" y="3095499"/>
              <a:chExt cx="1765785" cy="1500659"/>
            </a:xfrm>
          </p:grpSpPr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46DA95C-F37E-E9B3-FD9D-1174E836A00D}"/>
                  </a:ext>
                </a:extLst>
              </p:cNvPr>
              <p:cNvSpPr txBox="1"/>
              <p:nvPr/>
            </p:nvSpPr>
            <p:spPr>
              <a:xfrm>
                <a:off x="5035065" y="3095499"/>
                <a:ext cx="810000" cy="584775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algn="ctr"/>
                <a:r>
                  <a:rPr lang="zh-CN" altLang="en-US" sz="1600" b="1" dirty="0">
                    <a:solidFill>
                      <a:schemeClr val="bg1"/>
                    </a:solidFill>
                    <a:latin typeface="+mj-ea"/>
                    <a:ea typeface="+mj-ea"/>
                    <a:sym typeface="+mn-ea"/>
                  </a:rPr>
                  <a:t>添加</a:t>
                </a:r>
                <a:endParaRPr lang="en-US" altLang="zh-CN" sz="1600" b="1" dirty="0">
                  <a:solidFill>
                    <a:schemeClr val="bg1"/>
                  </a:solidFill>
                  <a:latin typeface="+mj-ea"/>
                  <a:ea typeface="+mj-ea"/>
                  <a:sym typeface="+mn-ea"/>
                </a:endParaRPr>
              </a:p>
              <a:p>
                <a:pPr algn="ctr"/>
                <a:r>
                  <a:rPr lang="zh-CN" altLang="en-US" sz="1600" b="1" dirty="0">
                    <a:solidFill>
                      <a:schemeClr val="bg1"/>
                    </a:solidFill>
                    <a:latin typeface="+mj-ea"/>
                    <a:ea typeface="+mj-ea"/>
                    <a:sym typeface="+mn-ea"/>
                  </a:rPr>
                  <a:t>标题</a:t>
                </a:r>
              </a:p>
            </p:txBody>
          </p:sp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E59AEE6-6C91-1833-DCC1-333E73377422}"/>
                  </a:ext>
                </a:extLst>
              </p:cNvPr>
              <p:cNvSpPr txBox="1"/>
              <p:nvPr/>
            </p:nvSpPr>
            <p:spPr>
              <a:xfrm>
                <a:off x="5987565" y="3105024"/>
                <a:ext cx="810000" cy="584775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algn="ctr"/>
                <a:r>
                  <a:rPr lang="zh-CN" altLang="en-US" sz="1600" b="1" dirty="0">
                    <a:solidFill>
                      <a:schemeClr val="bg1"/>
                    </a:solidFill>
                    <a:latin typeface="+mj-ea"/>
                    <a:ea typeface="+mj-ea"/>
                    <a:sym typeface="+mn-ea"/>
                  </a:rPr>
                  <a:t>添加</a:t>
                </a:r>
                <a:endParaRPr lang="en-US" altLang="zh-CN" sz="1600" b="1" dirty="0">
                  <a:solidFill>
                    <a:schemeClr val="bg1"/>
                  </a:solidFill>
                  <a:latin typeface="+mj-ea"/>
                  <a:ea typeface="+mj-ea"/>
                  <a:sym typeface="+mn-ea"/>
                </a:endParaRPr>
              </a:p>
              <a:p>
                <a:pPr algn="ctr"/>
                <a:r>
                  <a:rPr lang="zh-CN" altLang="en-US" sz="1600" b="1" dirty="0">
                    <a:solidFill>
                      <a:schemeClr val="bg1"/>
                    </a:solidFill>
                    <a:latin typeface="+mj-ea"/>
                    <a:ea typeface="+mj-ea"/>
                    <a:sym typeface="+mn-ea"/>
                  </a:rPr>
                  <a:t>标题</a:t>
                </a:r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F824F40-33F7-78EC-F169-A4E3997B278D}"/>
                  </a:ext>
                </a:extLst>
              </p:cNvPr>
              <p:cNvSpPr txBox="1"/>
              <p:nvPr/>
            </p:nvSpPr>
            <p:spPr>
              <a:xfrm>
                <a:off x="5031780" y="4011383"/>
                <a:ext cx="810000" cy="584775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algn="ctr"/>
                <a:r>
                  <a:rPr lang="zh-CN" altLang="en-US" sz="1600" b="1" dirty="0">
                    <a:solidFill>
                      <a:schemeClr val="bg1"/>
                    </a:solidFill>
                    <a:latin typeface="+mj-ea"/>
                    <a:ea typeface="+mj-ea"/>
                    <a:sym typeface="+mn-ea"/>
                  </a:rPr>
                  <a:t>添加</a:t>
                </a:r>
                <a:endParaRPr lang="en-US" altLang="zh-CN" sz="1600" b="1" dirty="0">
                  <a:solidFill>
                    <a:schemeClr val="bg1"/>
                  </a:solidFill>
                  <a:latin typeface="+mj-ea"/>
                  <a:ea typeface="+mj-ea"/>
                  <a:sym typeface="+mn-ea"/>
                </a:endParaRPr>
              </a:p>
              <a:p>
                <a:pPr algn="ctr"/>
                <a:r>
                  <a:rPr lang="zh-CN" altLang="en-US" sz="1600" b="1" dirty="0">
                    <a:solidFill>
                      <a:schemeClr val="bg1"/>
                    </a:solidFill>
                    <a:latin typeface="+mj-ea"/>
                    <a:ea typeface="+mj-ea"/>
                    <a:sym typeface="+mn-ea"/>
                  </a:rPr>
                  <a:t>标题</a:t>
                </a:r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36B6C18-8DFC-FA09-BC82-D3CDF1D56922}"/>
                  </a:ext>
                </a:extLst>
              </p:cNvPr>
              <p:cNvSpPr txBox="1"/>
              <p:nvPr/>
            </p:nvSpPr>
            <p:spPr>
              <a:xfrm>
                <a:off x="5987565" y="4011383"/>
                <a:ext cx="810000" cy="584775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algn="ctr"/>
                <a:r>
                  <a:rPr lang="zh-CN" altLang="en-US" sz="1600" b="1" dirty="0">
                    <a:solidFill>
                      <a:schemeClr val="bg1"/>
                    </a:solidFill>
                    <a:latin typeface="+mj-ea"/>
                    <a:ea typeface="+mj-ea"/>
                    <a:sym typeface="+mn-ea"/>
                  </a:rPr>
                  <a:t>添加</a:t>
                </a:r>
                <a:endParaRPr lang="en-US" altLang="zh-CN" sz="1600" b="1" dirty="0">
                  <a:solidFill>
                    <a:schemeClr val="bg1"/>
                  </a:solidFill>
                  <a:latin typeface="+mj-ea"/>
                  <a:ea typeface="+mj-ea"/>
                  <a:sym typeface="+mn-ea"/>
                </a:endParaRPr>
              </a:p>
              <a:p>
                <a:pPr algn="ctr"/>
                <a:r>
                  <a:rPr lang="zh-CN" altLang="en-US" sz="1600" b="1" dirty="0">
                    <a:solidFill>
                      <a:schemeClr val="bg1"/>
                    </a:solidFill>
                    <a:latin typeface="+mj-ea"/>
                    <a:ea typeface="+mj-ea"/>
                    <a:sym typeface="+mn-ea"/>
                  </a:rPr>
                  <a:t>标题</a:t>
                </a:r>
              </a:p>
            </p:txBody>
          </p:sp>
        </p:grp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B2AAEC71-B8AF-9D6D-993B-3264C39DEBBC}"/>
              </a:ext>
            </a:extLst>
          </p:cNvPr>
          <p:cNvGrpSpPr/>
          <p:nvPr/>
        </p:nvGrpSpPr>
        <p:grpSpPr>
          <a:xfrm>
            <a:off x="2541000" y="1964428"/>
            <a:ext cx="7189740" cy="3624572"/>
            <a:chOff x="2541000" y="1964428"/>
            <a:chExt cx="7189740" cy="3624572"/>
          </a:xfrm>
        </p:grpSpPr>
        <p:cxnSp>
          <p:nvCxnSpPr>
            <p:cNvPr id="16" name="直接连接符 92">
              <a:extLst>
                <a:ext uri="{FF2B5EF4-FFF2-40B4-BE49-F238E27FC236}">
                  <a16:creationId xmlns:a16="http://schemas.microsoft.com/office/drawing/2014/main" id="{1967F97D-2F71-0DFC-3C03-85F18950CA93}"/>
                </a:ext>
              </a:extLst>
            </p:cNvPr>
            <p:cNvCxnSpPr>
              <a:cxnSpLocks/>
            </p:cNvCxnSpPr>
            <p:nvPr/>
          </p:nvCxnSpPr>
          <p:spPr>
            <a:xfrm>
              <a:off x="2541000" y="3843393"/>
              <a:ext cx="7189740" cy="0"/>
            </a:xfrm>
            <a:prstGeom prst="line">
              <a:avLst/>
            </a:prstGeom>
            <a:ln w="19050">
              <a:solidFill>
                <a:srgbClr val="C00000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连接符 92">
              <a:extLst>
                <a:ext uri="{FF2B5EF4-FFF2-40B4-BE49-F238E27FC236}">
                  <a16:creationId xmlns:a16="http://schemas.microsoft.com/office/drawing/2014/main" id="{96379318-F77B-F90F-B616-E49F301C73F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96000" y="1964428"/>
              <a:ext cx="0" cy="3624572"/>
            </a:xfrm>
            <a:prstGeom prst="line">
              <a:avLst/>
            </a:prstGeom>
            <a:ln w="19050">
              <a:solidFill>
                <a:srgbClr val="C00000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8A8CBFD8-66D0-9935-5B32-E7B48AD7AF5D}"/>
              </a:ext>
            </a:extLst>
          </p:cNvPr>
          <p:cNvSpPr txBox="1"/>
          <p:nvPr/>
        </p:nvSpPr>
        <p:spPr>
          <a:xfrm>
            <a:off x="2856000" y="3342980"/>
            <a:ext cx="2324063" cy="738664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spAutoFit/>
          </a:bodyPr>
          <a:lstStyle/>
          <a:p>
            <a:pPr algn="just"/>
            <a:endParaRPr lang="en-US" altLang="zh-CN" sz="140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just"/>
            <a:r>
              <a:rPr lang="zh-CN" altLang="en-US" sz="1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单击此处添加文本或图片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+mn-ea"/>
            </a:endParaRPr>
          </a:p>
          <a:p>
            <a:pPr algn="l"/>
            <a:endParaRPr lang="zh-CN" altLang="en-US" sz="1400" dirty="0">
              <a:latin typeface="+mj-ea"/>
              <a:ea typeface="+mj-ea"/>
              <a:sym typeface="+mn-ea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54D752E-BAAE-B24B-D930-4BC1218488CB}"/>
              </a:ext>
            </a:extLst>
          </p:cNvPr>
          <p:cNvSpPr txBox="1"/>
          <p:nvPr/>
        </p:nvSpPr>
        <p:spPr>
          <a:xfrm>
            <a:off x="6992152" y="3520938"/>
            <a:ext cx="2707844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spAutoFit/>
          </a:bodyPr>
          <a:lstStyle/>
          <a:p>
            <a:pPr algn="ctr"/>
            <a:r>
              <a:rPr lang="zh-CN" altLang="en-US" sz="1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单击此处添加文本或图片</a:t>
            </a:r>
            <a:endParaRPr lang="zh-CN" altLang="en-US" sz="1400" dirty="0">
              <a:latin typeface="+mj-ea"/>
              <a:ea typeface="+mj-ea"/>
              <a:sym typeface="+mn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F381296-AC82-E9C9-262B-8DE1655524DA}"/>
              </a:ext>
            </a:extLst>
          </p:cNvPr>
          <p:cNvSpPr txBox="1"/>
          <p:nvPr/>
        </p:nvSpPr>
        <p:spPr>
          <a:xfrm>
            <a:off x="2835471" y="3833868"/>
            <a:ext cx="2707844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spAutoFit/>
          </a:bodyPr>
          <a:lstStyle/>
          <a:p>
            <a:r>
              <a:rPr lang="zh-CN" altLang="en-US" sz="1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单击此处添加文本或图片</a:t>
            </a:r>
            <a:endParaRPr lang="zh-CN" altLang="en-US" sz="1400" dirty="0">
              <a:latin typeface="+mj-ea"/>
              <a:ea typeface="+mj-ea"/>
              <a:sym typeface="+mn-ea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BC00D65-7FE2-8730-A9A2-54353BC4C935}"/>
              </a:ext>
            </a:extLst>
          </p:cNvPr>
          <p:cNvSpPr txBox="1"/>
          <p:nvPr/>
        </p:nvSpPr>
        <p:spPr>
          <a:xfrm>
            <a:off x="6992152" y="3885938"/>
            <a:ext cx="2707844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spAutoFit/>
          </a:bodyPr>
          <a:lstStyle/>
          <a:p>
            <a:pPr algn="ctr"/>
            <a:r>
              <a:rPr lang="zh-CN" altLang="en-US" sz="1400" b="1" dirty="0">
                <a:solidFill>
                  <a:srgbClr val="111111"/>
                </a:solidFill>
                <a:latin typeface="+mj-ea"/>
                <a:ea typeface="+mj-ea"/>
                <a:sym typeface="+mn-ea"/>
              </a:rPr>
              <a:t>单机此处添加文本或图片</a:t>
            </a:r>
            <a:endParaRPr lang="zh-CN" altLang="en-US" sz="1400" b="1" dirty="0">
              <a:latin typeface="+mj-ea"/>
              <a:ea typeface="+mj-ea"/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2779467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60</Words>
  <Application>Microsoft Office PowerPoint</Application>
  <PresentationFormat>Widescreen</PresentationFormat>
  <Paragraphs>13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等线</vt:lpstr>
      <vt:lpstr>等线 Light</vt:lpstr>
      <vt:lpstr>微软雅黑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Yufei Tang (yt9u23)</dc:creator>
  <cp:lastModifiedBy>Yufei Tang (yt9u23)</cp:lastModifiedBy>
  <cp:revision>1</cp:revision>
  <dcterms:created xsi:type="dcterms:W3CDTF">2025-01-09T09:07:02Z</dcterms:created>
  <dcterms:modified xsi:type="dcterms:W3CDTF">2025-01-09T09:07:32Z</dcterms:modified>
</cp:coreProperties>
</file>